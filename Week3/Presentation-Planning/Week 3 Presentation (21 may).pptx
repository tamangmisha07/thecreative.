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rawing3.xml" ContentType="application/vnd.ms-office.drawingml.diagramDrawing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6"/>
    <p:restoredTop sz="94669"/>
  </p:normalViewPr>
  <p:slideViewPr>
    <p:cSldViewPr snapToGrid="0">
      <p:cViewPr varScale="1">
        <p:scale>
          <a:sx n="42" d="100"/>
          <a:sy n="42" d="100"/>
        </p:scale>
        <p:origin x="-115" y="-3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11CFCF-E96A-4B3B-9919-38FDBA8A69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3E5A0C-BEDF-49FB-8677-DC6A69A2A6D9}">
      <dgm:prSet/>
      <dgm:spPr/>
      <dgm:t>
        <a:bodyPr/>
        <a:lstStyle/>
        <a:p>
          <a:r>
            <a:rPr lang="en-US"/>
            <a:t>Our prototype currently includes:</a:t>
          </a:r>
        </a:p>
      </dgm:t>
    </dgm:pt>
    <dgm:pt modelId="{E3366E62-D965-407A-BA6E-A254230E2918}" type="parTrans" cxnId="{E645A022-EC9D-43EB-A81D-15E7B80F534C}">
      <dgm:prSet/>
      <dgm:spPr/>
      <dgm:t>
        <a:bodyPr/>
        <a:lstStyle/>
        <a:p>
          <a:endParaRPr lang="en-US"/>
        </a:p>
      </dgm:t>
    </dgm:pt>
    <dgm:pt modelId="{33EFB2A0-D2A1-460A-B8B3-C4DCB808E95A}" type="sibTrans" cxnId="{E645A022-EC9D-43EB-A81D-15E7B80F534C}">
      <dgm:prSet/>
      <dgm:spPr/>
      <dgm:t>
        <a:bodyPr/>
        <a:lstStyle/>
        <a:p>
          <a:endParaRPr lang="en-US"/>
        </a:p>
      </dgm:t>
    </dgm:pt>
    <dgm:pt modelId="{E08A0907-6BBB-496B-9A40-297B4254C0DA}">
      <dgm:prSet/>
      <dgm:spPr/>
      <dgm:t>
        <a:bodyPr/>
        <a:lstStyle/>
        <a:p>
          <a:r>
            <a:rPr lang="en-US"/>
            <a:t>Welcome page </a:t>
          </a:r>
        </a:p>
      </dgm:t>
    </dgm:pt>
    <dgm:pt modelId="{2B7C1496-07E9-4DBA-B2F3-4EA961B26F56}" type="parTrans" cxnId="{45B5156F-CE1D-4EF5-811C-CA708FDB61B4}">
      <dgm:prSet/>
      <dgm:spPr/>
      <dgm:t>
        <a:bodyPr/>
        <a:lstStyle/>
        <a:p>
          <a:endParaRPr lang="en-US"/>
        </a:p>
      </dgm:t>
    </dgm:pt>
    <dgm:pt modelId="{2F8B1255-E508-4B07-95DD-E560C447D5E5}" type="sibTrans" cxnId="{45B5156F-CE1D-4EF5-811C-CA708FDB61B4}">
      <dgm:prSet/>
      <dgm:spPr/>
      <dgm:t>
        <a:bodyPr/>
        <a:lstStyle/>
        <a:p>
          <a:endParaRPr lang="en-US"/>
        </a:p>
      </dgm:t>
    </dgm:pt>
    <dgm:pt modelId="{86D367B6-3B3C-45E5-9B27-19C7E22EB1E5}">
      <dgm:prSet/>
      <dgm:spPr/>
      <dgm:t>
        <a:bodyPr/>
        <a:lstStyle/>
        <a:p>
          <a:r>
            <a:rPr lang="en-US"/>
            <a:t>How to Play section </a:t>
          </a:r>
        </a:p>
      </dgm:t>
    </dgm:pt>
    <dgm:pt modelId="{839BFD0E-AC4E-4515-A19E-7E9FB1182547}" type="parTrans" cxnId="{D05554D2-E53A-4FCB-AC0A-576118B0C332}">
      <dgm:prSet/>
      <dgm:spPr/>
      <dgm:t>
        <a:bodyPr/>
        <a:lstStyle/>
        <a:p>
          <a:endParaRPr lang="en-US"/>
        </a:p>
      </dgm:t>
    </dgm:pt>
    <dgm:pt modelId="{D68B2B96-0628-4D11-8EE6-6F6115CA8E84}" type="sibTrans" cxnId="{D05554D2-E53A-4FCB-AC0A-576118B0C332}">
      <dgm:prSet/>
      <dgm:spPr/>
      <dgm:t>
        <a:bodyPr/>
        <a:lstStyle/>
        <a:p>
          <a:endParaRPr lang="en-US"/>
        </a:p>
      </dgm:t>
    </dgm:pt>
    <dgm:pt modelId="{BF0412AB-CEDE-49FC-BDC5-1B9A24510C98}">
      <dgm:prSet/>
      <dgm:spPr/>
      <dgm:t>
        <a:bodyPr/>
        <a:lstStyle/>
        <a:p>
          <a:r>
            <a:rPr lang="en-US"/>
            <a:t>First quiz challenge </a:t>
          </a:r>
        </a:p>
      </dgm:t>
    </dgm:pt>
    <dgm:pt modelId="{446B59AE-48C9-4DE3-AD88-D09368466B62}" type="parTrans" cxnId="{4D7C4D42-9A96-4054-94C0-50670C31DFF1}">
      <dgm:prSet/>
      <dgm:spPr/>
      <dgm:t>
        <a:bodyPr/>
        <a:lstStyle/>
        <a:p>
          <a:endParaRPr lang="en-US"/>
        </a:p>
      </dgm:t>
    </dgm:pt>
    <dgm:pt modelId="{4460CCB3-BE89-4B47-81D5-E2A1E589FD86}" type="sibTrans" cxnId="{4D7C4D42-9A96-4054-94C0-50670C31DFF1}">
      <dgm:prSet/>
      <dgm:spPr/>
      <dgm:t>
        <a:bodyPr/>
        <a:lstStyle/>
        <a:p>
          <a:endParaRPr lang="en-US"/>
        </a:p>
      </dgm:t>
    </dgm:pt>
    <dgm:pt modelId="{13AB91B3-CFF1-4892-BC9E-E7CBDCD1D476}">
      <dgm:prSet/>
      <dgm:spPr/>
      <dgm:t>
        <a:bodyPr/>
        <a:lstStyle/>
        <a:p>
          <a:r>
            <a:rPr lang="en-US"/>
            <a:t>Feedback system </a:t>
          </a:r>
        </a:p>
      </dgm:t>
    </dgm:pt>
    <dgm:pt modelId="{FEFC84C7-D03C-4ED4-AB40-F226DDBDB7E7}" type="parTrans" cxnId="{11F89F69-AF5F-4306-878A-7E2763256D0C}">
      <dgm:prSet/>
      <dgm:spPr/>
      <dgm:t>
        <a:bodyPr/>
        <a:lstStyle/>
        <a:p>
          <a:endParaRPr lang="en-US"/>
        </a:p>
      </dgm:t>
    </dgm:pt>
    <dgm:pt modelId="{70C638BA-EB53-49C0-89FE-9B612ED9E0BA}" type="sibTrans" cxnId="{11F89F69-AF5F-4306-878A-7E2763256D0C}">
      <dgm:prSet/>
      <dgm:spPr/>
      <dgm:t>
        <a:bodyPr/>
        <a:lstStyle/>
        <a:p>
          <a:endParaRPr lang="en-US"/>
        </a:p>
      </dgm:t>
    </dgm:pt>
    <dgm:pt modelId="{FD39AC8B-C18B-4AF9-90CA-A36D703EFAF7}">
      <dgm:prSet/>
      <dgm:spPr/>
      <dgm:t>
        <a:bodyPr/>
        <a:lstStyle/>
        <a:p>
          <a:r>
            <a:rPr lang="en-US"/>
            <a:t>Rewards and score display </a:t>
          </a:r>
        </a:p>
      </dgm:t>
    </dgm:pt>
    <dgm:pt modelId="{0705D96E-C1EE-4838-9900-D4487E3DE92F}" type="parTrans" cxnId="{5CE60D98-92EF-4F07-BDC4-6B37D5EE7B02}">
      <dgm:prSet/>
      <dgm:spPr/>
      <dgm:t>
        <a:bodyPr/>
        <a:lstStyle/>
        <a:p>
          <a:endParaRPr lang="en-US"/>
        </a:p>
      </dgm:t>
    </dgm:pt>
    <dgm:pt modelId="{1283806D-4C4C-454E-A873-BA4DFE53006B}" type="sibTrans" cxnId="{5CE60D98-92EF-4F07-BDC4-6B37D5EE7B02}">
      <dgm:prSet/>
      <dgm:spPr/>
      <dgm:t>
        <a:bodyPr/>
        <a:lstStyle/>
        <a:p>
          <a:endParaRPr lang="en-US"/>
        </a:p>
      </dgm:t>
    </dgm:pt>
    <dgm:pt modelId="{0222FB1F-7FBC-4F28-8616-1F8CBF3FA7B0}">
      <dgm:prSet/>
      <dgm:spPr/>
      <dgm:t>
        <a:bodyPr/>
        <a:lstStyle/>
        <a:p>
          <a:r>
            <a:rPr lang="en-US"/>
            <a:t>Players can answer questions and immediately see feedback.”</a:t>
          </a:r>
        </a:p>
      </dgm:t>
    </dgm:pt>
    <dgm:pt modelId="{3635EB7C-1421-436D-BC22-372DE62C770F}" type="parTrans" cxnId="{ACE73B63-826B-4919-BB25-4404C86702B9}">
      <dgm:prSet/>
      <dgm:spPr/>
      <dgm:t>
        <a:bodyPr/>
        <a:lstStyle/>
        <a:p>
          <a:endParaRPr lang="en-US"/>
        </a:p>
      </dgm:t>
    </dgm:pt>
    <dgm:pt modelId="{4EF4C4EC-4B3F-4A40-9AC2-ADABAFCC35AE}" type="sibTrans" cxnId="{ACE73B63-826B-4919-BB25-4404C86702B9}">
      <dgm:prSet/>
      <dgm:spPr/>
      <dgm:t>
        <a:bodyPr/>
        <a:lstStyle/>
        <a:p>
          <a:endParaRPr lang="en-US"/>
        </a:p>
      </dgm:t>
    </dgm:pt>
    <dgm:pt modelId="{66A6EC0B-A020-44F7-B920-EE791CA6F59E}" type="pres">
      <dgm:prSet presAssocID="{A111CFCF-E96A-4B3B-9919-38FDBA8A694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2F13255-0798-4398-8424-5BEE1326AFBD}" type="pres">
      <dgm:prSet presAssocID="{8D3E5A0C-BEDF-49FB-8677-DC6A69A2A6D9}" presName="compNode" presStyleCnt="0"/>
      <dgm:spPr/>
    </dgm:pt>
    <dgm:pt modelId="{1F08B23F-37DD-47C1-8542-2793800B1468}" type="pres">
      <dgm:prSet presAssocID="{8D3E5A0C-BEDF-49FB-8677-DC6A69A2A6D9}" presName="bgRect" presStyleLbl="bgShp" presStyleIdx="0" presStyleCnt="7"/>
      <dgm:spPr/>
    </dgm:pt>
    <dgm:pt modelId="{8D563FD8-8BA3-4DF7-965A-1079ED9E87E1}" type="pres">
      <dgm:prSet presAssocID="{8D3E5A0C-BEDF-49FB-8677-DC6A69A2A6D9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Add"/>
        </a:ext>
      </dgm:extLst>
    </dgm:pt>
    <dgm:pt modelId="{3ACE6640-2EF4-4439-BB6B-E8AEECFBC27E}" type="pres">
      <dgm:prSet presAssocID="{8D3E5A0C-BEDF-49FB-8677-DC6A69A2A6D9}" presName="spaceRect" presStyleCnt="0"/>
      <dgm:spPr/>
    </dgm:pt>
    <dgm:pt modelId="{2232CCF4-9278-41D0-9E07-4E32E6801E63}" type="pres">
      <dgm:prSet presAssocID="{8D3E5A0C-BEDF-49FB-8677-DC6A69A2A6D9}" presName="parTx" presStyleLbl="revTx" presStyleIdx="0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1B5867A8-FD2E-4A3A-9BBB-CF4D1482A6FF}" type="pres">
      <dgm:prSet presAssocID="{33EFB2A0-D2A1-460A-B8B3-C4DCB808E95A}" presName="sibTrans" presStyleCnt="0"/>
      <dgm:spPr/>
    </dgm:pt>
    <dgm:pt modelId="{07D6E173-0C9D-44C4-9170-CFEC0FBF57C7}" type="pres">
      <dgm:prSet presAssocID="{E08A0907-6BBB-496B-9A40-297B4254C0DA}" presName="compNode" presStyleCnt="0"/>
      <dgm:spPr/>
    </dgm:pt>
    <dgm:pt modelId="{B2CBE08D-9F41-4313-81B5-1CE3AD6ADCD3}" type="pres">
      <dgm:prSet presAssocID="{E08A0907-6BBB-496B-9A40-297B4254C0DA}" presName="bgRect" presStyleLbl="bgShp" presStyleIdx="1" presStyleCnt="7"/>
      <dgm:spPr/>
    </dgm:pt>
    <dgm:pt modelId="{12DD0CB7-AEC0-496B-9BAE-F92B4AA2F519}" type="pres">
      <dgm:prSet presAssocID="{E08A0907-6BBB-496B-9A40-297B4254C0DA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croll"/>
        </a:ext>
      </dgm:extLst>
    </dgm:pt>
    <dgm:pt modelId="{1DC4CFE9-24FB-427B-B5F3-1EA154284EC1}" type="pres">
      <dgm:prSet presAssocID="{E08A0907-6BBB-496B-9A40-297B4254C0DA}" presName="spaceRect" presStyleCnt="0"/>
      <dgm:spPr/>
    </dgm:pt>
    <dgm:pt modelId="{C8C7E5D9-63FF-444C-ACE4-4DD8BA59FEDF}" type="pres">
      <dgm:prSet presAssocID="{E08A0907-6BBB-496B-9A40-297B4254C0DA}" presName="parTx" presStyleLbl="revTx" presStyleIdx="1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78EAB014-B1F1-489C-9154-A11574A9B52A}" type="pres">
      <dgm:prSet presAssocID="{2F8B1255-E508-4B07-95DD-E560C447D5E5}" presName="sibTrans" presStyleCnt="0"/>
      <dgm:spPr/>
    </dgm:pt>
    <dgm:pt modelId="{D9386D6A-9D44-4EDB-BCD1-AFE2A7919233}" type="pres">
      <dgm:prSet presAssocID="{86D367B6-3B3C-45E5-9B27-19C7E22EB1E5}" presName="compNode" presStyleCnt="0"/>
      <dgm:spPr/>
    </dgm:pt>
    <dgm:pt modelId="{55E84289-DFFC-4191-B327-AA42374FD359}" type="pres">
      <dgm:prSet presAssocID="{86D367B6-3B3C-45E5-9B27-19C7E22EB1E5}" presName="bgRect" presStyleLbl="bgShp" presStyleIdx="2" presStyleCnt="7"/>
      <dgm:spPr/>
    </dgm:pt>
    <dgm:pt modelId="{F2DE2858-D731-46A4-88EE-F84F78C245EF}" type="pres">
      <dgm:prSet presAssocID="{86D367B6-3B3C-45E5-9B27-19C7E22EB1E5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occer"/>
        </a:ext>
      </dgm:extLst>
    </dgm:pt>
    <dgm:pt modelId="{9C191A33-60A7-4BF9-AA11-344E29BC4A17}" type="pres">
      <dgm:prSet presAssocID="{86D367B6-3B3C-45E5-9B27-19C7E22EB1E5}" presName="spaceRect" presStyleCnt="0"/>
      <dgm:spPr/>
    </dgm:pt>
    <dgm:pt modelId="{882F67BD-06AF-42AB-8FAC-B2D95203145D}" type="pres">
      <dgm:prSet presAssocID="{86D367B6-3B3C-45E5-9B27-19C7E22EB1E5}" presName="parTx" presStyleLbl="revTx" presStyleIdx="2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BA52F6C3-1C3F-4A8D-8F7C-F973875E2DD4}" type="pres">
      <dgm:prSet presAssocID="{D68B2B96-0628-4D11-8EE6-6F6115CA8E84}" presName="sibTrans" presStyleCnt="0"/>
      <dgm:spPr/>
    </dgm:pt>
    <dgm:pt modelId="{501495A0-68EA-4A00-860F-5BB16498D237}" type="pres">
      <dgm:prSet presAssocID="{BF0412AB-CEDE-49FC-BDC5-1B9A24510C98}" presName="compNode" presStyleCnt="0"/>
      <dgm:spPr/>
    </dgm:pt>
    <dgm:pt modelId="{4F6AC273-FA4B-4CB9-94B0-2EA363C75190}" type="pres">
      <dgm:prSet presAssocID="{BF0412AB-CEDE-49FC-BDC5-1B9A24510C98}" presName="bgRect" presStyleLbl="bgShp" presStyleIdx="3" presStyleCnt="7"/>
      <dgm:spPr/>
    </dgm:pt>
    <dgm:pt modelId="{A27BC3A3-A099-44E8-95FF-7FA569ED6108}" type="pres">
      <dgm:prSet presAssocID="{BF0412AB-CEDE-49FC-BDC5-1B9A24510C98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Head with Gears"/>
        </a:ext>
      </dgm:extLst>
    </dgm:pt>
    <dgm:pt modelId="{877F8F4E-6395-42C4-857F-85D2F092EBE5}" type="pres">
      <dgm:prSet presAssocID="{BF0412AB-CEDE-49FC-BDC5-1B9A24510C98}" presName="spaceRect" presStyleCnt="0"/>
      <dgm:spPr/>
    </dgm:pt>
    <dgm:pt modelId="{B6A0F2F1-53FD-4BD0-9B0E-44A5DC1D7EA3}" type="pres">
      <dgm:prSet presAssocID="{BF0412AB-CEDE-49FC-BDC5-1B9A24510C98}" presName="parTx" presStyleLbl="revTx" presStyleIdx="3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F1C2EE1C-C1B0-4334-A056-9045F6BD773A}" type="pres">
      <dgm:prSet presAssocID="{4460CCB3-BE89-4B47-81D5-E2A1E589FD86}" presName="sibTrans" presStyleCnt="0"/>
      <dgm:spPr/>
    </dgm:pt>
    <dgm:pt modelId="{FA2A6F58-2E09-418C-86F2-A793301A5CDB}" type="pres">
      <dgm:prSet presAssocID="{13AB91B3-CFF1-4892-BC9E-E7CBDCD1D476}" presName="compNode" presStyleCnt="0"/>
      <dgm:spPr/>
    </dgm:pt>
    <dgm:pt modelId="{DBC30280-6F22-4AEB-A2DD-B9163EDC69F7}" type="pres">
      <dgm:prSet presAssocID="{13AB91B3-CFF1-4892-BC9E-E7CBDCD1D476}" presName="bgRect" presStyleLbl="bgShp" presStyleIdx="4" presStyleCnt="7"/>
      <dgm:spPr/>
    </dgm:pt>
    <dgm:pt modelId="{FD147883-3D17-43A2-AE95-0CD94D2C7BB2}" type="pres">
      <dgm:prSet presAssocID="{13AB91B3-CFF1-4892-BC9E-E7CBDCD1D47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at"/>
        </a:ext>
      </dgm:extLst>
    </dgm:pt>
    <dgm:pt modelId="{28DF01FF-1D4B-4583-88C7-76DEA3F97492}" type="pres">
      <dgm:prSet presAssocID="{13AB91B3-CFF1-4892-BC9E-E7CBDCD1D476}" presName="spaceRect" presStyleCnt="0"/>
      <dgm:spPr/>
    </dgm:pt>
    <dgm:pt modelId="{9F45B6F0-9B12-4D94-A383-30BD852AB80F}" type="pres">
      <dgm:prSet presAssocID="{13AB91B3-CFF1-4892-BC9E-E7CBDCD1D476}" presName="parTx" presStyleLbl="revTx" presStyleIdx="4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7E53D2C8-8121-4855-BC05-D3740F804E89}" type="pres">
      <dgm:prSet presAssocID="{70C638BA-EB53-49C0-89FE-9B612ED9E0BA}" presName="sibTrans" presStyleCnt="0"/>
      <dgm:spPr/>
    </dgm:pt>
    <dgm:pt modelId="{4C964D6A-4910-4AE9-868B-83FD192A4375}" type="pres">
      <dgm:prSet presAssocID="{FD39AC8B-C18B-4AF9-90CA-A36D703EFAF7}" presName="compNode" presStyleCnt="0"/>
      <dgm:spPr/>
    </dgm:pt>
    <dgm:pt modelId="{B459C852-AE2B-4E8E-9F04-A48C33388490}" type="pres">
      <dgm:prSet presAssocID="{FD39AC8B-C18B-4AF9-90CA-A36D703EFAF7}" presName="bgRect" presStyleLbl="bgShp" presStyleIdx="5" presStyleCnt="7"/>
      <dgm:spPr/>
    </dgm:pt>
    <dgm:pt modelId="{32096902-6FD7-4EE0-AD52-78C5F7F05A84}" type="pres">
      <dgm:prSet presAssocID="{FD39AC8B-C18B-4AF9-90CA-A36D703EFAF7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eckmark"/>
        </a:ext>
      </dgm:extLst>
    </dgm:pt>
    <dgm:pt modelId="{30E526DB-522B-4634-82FC-E75D5FFF00EB}" type="pres">
      <dgm:prSet presAssocID="{FD39AC8B-C18B-4AF9-90CA-A36D703EFAF7}" presName="spaceRect" presStyleCnt="0"/>
      <dgm:spPr/>
    </dgm:pt>
    <dgm:pt modelId="{A4E422F9-13A3-4322-9233-6A0EE36C74D7}" type="pres">
      <dgm:prSet presAssocID="{FD39AC8B-C18B-4AF9-90CA-A36D703EFAF7}" presName="parTx" presStyleLbl="revTx" presStyleIdx="5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A22B2459-D052-4D63-9DCF-E629E69587C3}" type="pres">
      <dgm:prSet presAssocID="{1283806D-4C4C-454E-A873-BA4DFE53006B}" presName="sibTrans" presStyleCnt="0"/>
      <dgm:spPr/>
    </dgm:pt>
    <dgm:pt modelId="{95C0E3BD-4C59-484F-BB65-CB1375958E13}" type="pres">
      <dgm:prSet presAssocID="{0222FB1F-7FBC-4F28-8616-1F8CBF3FA7B0}" presName="compNode" presStyleCnt="0"/>
      <dgm:spPr/>
    </dgm:pt>
    <dgm:pt modelId="{CA3070AD-5F09-4501-8CFA-6FB4C07CEA38}" type="pres">
      <dgm:prSet presAssocID="{0222FB1F-7FBC-4F28-8616-1F8CBF3FA7B0}" presName="bgRect" presStyleLbl="bgShp" presStyleIdx="6" presStyleCnt="7"/>
      <dgm:spPr/>
    </dgm:pt>
    <dgm:pt modelId="{60F30453-D390-425D-8D18-E0FBF3EB7398}" type="pres">
      <dgm:prSet presAssocID="{0222FB1F-7FBC-4F28-8616-1F8CBF3FA7B0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ustomer Review"/>
        </a:ext>
      </dgm:extLst>
    </dgm:pt>
    <dgm:pt modelId="{1E3072B8-C6EF-438F-824B-928D73946A96}" type="pres">
      <dgm:prSet presAssocID="{0222FB1F-7FBC-4F28-8616-1F8CBF3FA7B0}" presName="spaceRect" presStyleCnt="0"/>
      <dgm:spPr/>
    </dgm:pt>
    <dgm:pt modelId="{CBBD518A-0445-4D00-8326-99AE1F250191}" type="pres">
      <dgm:prSet presAssocID="{0222FB1F-7FBC-4F28-8616-1F8CBF3FA7B0}" presName="parTx" presStyleLbl="revTx" presStyleIdx="6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</dgm:ptLst>
  <dgm:cxnLst>
    <dgm:cxn modelId="{45B5156F-CE1D-4EF5-811C-CA708FDB61B4}" srcId="{A111CFCF-E96A-4B3B-9919-38FDBA8A6943}" destId="{E08A0907-6BBB-496B-9A40-297B4254C0DA}" srcOrd="1" destOrd="0" parTransId="{2B7C1496-07E9-4DBA-B2F3-4EA961B26F56}" sibTransId="{2F8B1255-E508-4B07-95DD-E560C447D5E5}"/>
    <dgm:cxn modelId="{E645A022-EC9D-43EB-A81D-15E7B80F534C}" srcId="{A111CFCF-E96A-4B3B-9919-38FDBA8A6943}" destId="{8D3E5A0C-BEDF-49FB-8677-DC6A69A2A6D9}" srcOrd="0" destOrd="0" parTransId="{E3366E62-D965-407A-BA6E-A254230E2918}" sibTransId="{33EFB2A0-D2A1-460A-B8B3-C4DCB808E95A}"/>
    <dgm:cxn modelId="{C50779A4-3428-41BF-B329-2BF707707E28}" type="presOf" srcId="{13AB91B3-CFF1-4892-BC9E-E7CBDCD1D476}" destId="{9F45B6F0-9B12-4D94-A383-30BD852AB80F}" srcOrd="0" destOrd="0" presId="urn:microsoft.com/office/officeart/2018/2/layout/IconVerticalSolidList"/>
    <dgm:cxn modelId="{11F89F69-AF5F-4306-878A-7E2763256D0C}" srcId="{A111CFCF-E96A-4B3B-9919-38FDBA8A6943}" destId="{13AB91B3-CFF1-4892-BC9E-E7CBDCD1D476}" srcOrd="4" destOrd="0" parTransId="{FEFC84C7-D03C-4ED4-AB40-F226DDBDB7E7}" sibTransId="{70C638BA-EB53-49C0-89FE-9B612ED9E0BA}"/>
    <dgm:cxn modelId="{A5523132-B2AE-4147-807F-A9DAE641A799}" type="presOf" srcId="{A111CFCF-E96A-4B3B-9919-38FDBA8A6943}" destId="{66A6EC0B-A020-44F7-B920-EE791CA6F59E}" srcOrd="0" destOrd="0" presId="urn:microsoft.com/office/officeart/2018/2/layout/IconVerticalSolidList"/>
    <dgm:cxn modelId="{F26E7FAE-2798-456B-8922-D5709AE2F98B}" type="presOf" srcId="{FD39AC8B-C18B-4AF9-90CA-A36D703EFAF7}" destId="{A4E422F9-13A3-4322-9233-6A0EE36C74D7}" srcOrd="0" destOrd="0" presId="urn:microsoft.com/office/officeart/2018/2/layout/IconVerticalSolidList"/>
    <dgm:cxn modelId="{D6BE39AD-CDAF-4959-8542-796598729C1A}" type="presOf" srcId="{0222FB1F-7FBC-4F28-8616-1F8CBF3FA7B0}" destId="{CBBD518A-0445-4D00-8326-99AE1F250191}" srcOrd="0" destOrd="0" presId="urn:microsoft.com/office/officeart/2018/2/layout/IconVerticalSolidList"/>
    <dgm:cxn modelId="{532A2DF5-A196-49C1-A060-D7B900DB55AF}" type="presOf" srcId="{86D367B6-3B3C-45E5-9B27-19C7E22EB1E5}" destId="{882F67BD-06AF-42AB-8FAC-B2D95203145D}" srcOrd="0" destOrd="0" presId="urn:microsoft.com/office/officeart/2018/2/layout/IconVerticalSolidList"/>
    <dgm:cxn modelId="{4D7C4D42-9A96-4054-94C0-50670C31DFF1}" srcId="{A111CFCF-E96A-4B3B-9919-38FDBA8A6943}" destId="{BF0412AB-CEDE-49FC-BDC5-1B9A24510C98}" srcOrd="3" destOrd="0" parTransId="{446B59AE-48C9-4DE3-AD88-D09368466B62}" sibTransId="{4460CCB3-BE89-4B47-81D5-E2A1E589FD86}"/>
    <dgm:cxn modelId="{33F78827-20AA-494B-BE1E-862B318974BB}" type="presOf" srcId="{E08A0907-6BBB-496B-9A40-297B4254C0DA}" destId="{C8C7E5D9-63FF-444C-ACE4-4DD8BA59FEDF}" srcOrd="0" destOrd="0" presId="urn:microsoft.com/office/officeart/2018/2/layout/IconVerticalSolidList"/>
    <dgm:cxn modelId="{C5E37159-41AE-4F4C-8675-C485BD163D58}" type="presOf" srcId="{BF0412AB-CEDE-49FC-BDC5-1B9A24510C98}" destId="{B6A0F2F1-53FD-4BD0-9B0E-44A5DC1D7EA3}" srcOrd="0" destOrd="0" presId="urn:microsoft.com/office/officeart/2018/2/layout/IconVerticalSolidList"/>
    <dgm:cxn modelId="{D05554D2-E53A-4FCB-AC0A-576118B0C332}" srcId="{A111CFCF-E96A-4B3B-9919-38FDBA8A6943}" destId="{86D367B6-3B3C-45E5-9B27-19C7E22EB1E5}" srcOrd="2" destOrd="0" parTransId="{839BFD0E-AC4E-4515-A19E-7E9FB1182547}" sibTransId="{D68B2B96-0628-4D11-8EE6-6F6115CA8E84}"/>
    <dgm:cxn modelId="{ACE73B63-826B-4919-BB25-4404C86702B9}" srcId="{A111CFCF-E96A-4B3B-9919-38FDBA8A6943}" destId="{0222FB1F-7FBC-4F28-8616-1F8CBF3FA7B0}" srcOrd="6" destOrd="0" parTransId="{3635EB7C-1421-436D-BC22-372DE62C770F}" sibTransId="{4EF4C4EC-4B3F-4A40-9AC2-ADABAFCC35AE}"/>
    <dgm:cxn modelId="{5CE60D98-92EF-4F07-BDC4-6B37D5EE7B02}" srcId="{A111CFCF-E96A-4B3B-9919-38FDBA8A6943}" destId="{FD39AC8B-C18B-4AF9-90CA-A36D703EFAF7}" srcOrd="5" destOrd="0" parTransId="{0705D96E-C1EE-4838-9900-D4487E3DE92F}" sibTransId="{1283806D-4C4C-454E-A873-BA4DFE53006B}"/>
    <dgm:cxn modelId="{5646A63D-6B59-41F9-AFC4-80DCD6CD845A}" type="presOf" srcId="{8D3E5A0C-BEDF-49FB-8677-DC6A69A2A6D9}" destId="{2232CCF4-9278-41D0-9E07-4E32E6801E63}" srcOrd="0" destOrd="0" presId="urn:microsoft.com/office/officeart/2018/2/layout/IconVerticalSolidList"/>
    <dgm:cxn modelId="{9EAC9986-F877-46E7-84EB-002DA489CD8F}" type="presParOf" srcId="{66A6EC0B-A020-44F7-B920-EE791CA6F59E}" destId="{E2F13255-0798-4398-8424-5BEE1326AFBD}" srcOrd="0" destOrd="0" presId="urn:microsoft.com/office/officeart/2018/2/layout/IconVerticalSolidList"/>
    <dgm:cxn modelId="{E70AF39E-F904-4183-A633-6A866210B076}" type="presParOf" srcId="{E2F13255-0798-4398-8424-5BEE1326AFBD}" destId="{1F08B23F-37DD-47C1-8542-2793800B1468}" srcOrd="0" destOrd="0" presId="urn:microsoft.com/office/officeart/2018/2/layout/IconVerticalSolidList"/>
    <dgm:cxn modelId="{BA3D7708-5754-46B2-9E45-E22757193AF4}" type="presParOf" srcId="{E2F13255-0798-4398-8424-5BEE1326AFBD}" destId="{8D563FD8-8BA3-4DF7-965A-1079ED9E87E1}" srcOrd="1" destOrd="0" presId="urn:microsoft.com/office/officeart/2018/2/layout/IconVerticalSolidList"/>
    <dgm:cxn modelId="{0266F0C8-9B81-4C3C-B616-902326EA30BD}" type="presParOf" srcId="{E2F13255-0798-4398-8424-5BEE1326AFBD}" destId="{3ACE6640-2EF4-4439-BB6B-E8AEECFBC27E}" srcOrd="2" destOrd="0" presId="urn:microsoft.com/office/officeart/2018/2/layout/IconVerticalSolidList"/>
    <dgm:cxn modelId="{FCCCDD99-B8E9-40C5-9BEA-0C3684AED228}" type="presParOf" srcId="{E2F13255-0798-4398-8424-5BEE1326AFBD}" destId="{2232CCF4-9278-41D0-9E07-4E32E6801E63}" srcOrd="3" destOrd="0" presId="urn:microsoft.com/office/officeart/2018/2/layout/IconVerticalSolidList"/>
    <dgm:cxn modelId="{B9261FD5-D180-4EC1-83F7-3BB87A56D483}" type="presParOf" srcId="{66A6EC0B-A020-44F7-B920-EE791CA6F59E}" destId="{1B5867A8-FD2E-4A3A-9BBB-CF4D1482A6FF}" srcOrd="1" destOrd="0" presId="urn:microsoft.com/office/officeart/2018/2/layout/IconVerticalSolidList"/>
    <dgm:cxn modelId="{8F99C585-A564-4425-85C7-D49BD6C7CF1B}" type="presParOf" srcId="{66A6EC0B-A020-44F7-B920-EE791CA6F59E}" destId="{07D6E173-0C9D-44C4-9170-CFEC0FBF57C7}" srcOrd="2" destOrd="0" presId="urn:microsoft.com/office/officeart/2018/2/layout/IconVerticalSolidList"/>
    <dgm:cxn modelId="{B967900E-139E-45AB-BD5C-CFC2772F7847}" type="presParOf" srcId="{07D6E173-0C9D-44C4-9170-CFEC0FBF57C7}" destId="{B2CBE08D-9F41-4313-81B5-1CE3AD6ADCD3}" srcOrd="0" destOrd="0" presId="urn:microsoft.com/office/officeart/2018/2/layout/IconVerticalSolidList"/>
    <dgm:cxn modelId="{66FA9145-D7A4-40F0-A925-99B69CB7380E}" type="presParOf" srcId="{07D6E173-0C9D-44C4-9170-CFEC0FBF57C7}" destId="{12DD0CB7-AEC0-496B-9BAE-F92B4AA2F519}" srcOrd="1" destOrd="0" presId="urn:microsoft.com/office/officeart/2018/2/layout/IconVerticalSolidList"/>
    <dgm:cxn modelId="{E992407D-C521-46D3-9FFD-B5EABD1F9711}" type="presParOf" srcId="{07D6E173-0C9D-44C4-9170-CFEC0FBF57C7}" destId="{1DC4CFE9-24FB-427B-B5F3-1EA154284EC1}" srcOrd="2" destOrd="0" presId="urn:microsoft.com/office/officeart/2018/2/layout/IconVerticalSolidList"/>
    <dgm:cxn modelId="{13A8C097-904D-438C-B801-34DFFA08D3CD}" type="presParOf" srcId="{07D6E173-0C9D-44C4-9170-CFEC0FBF57C7}" destId="{C8C7E5D9-63FF-444C-ACE4-4DD8BA59FEDF}" srcOrd="3" destOrd="0" presId="urn:microsoft.com/office/officeart/2018/2/layout/IconVerticalSolidList"/>
    <dgm:cxn modelId="{C7AA28DA-CFD2-4825-89E9-010AACDE13DF}" type="presParOf" srcId="{66A6EC0B-A020-44F7-B920-EE791CA6F59E}" destId="{78EAB014-B1F1-489C-9154-A11574A9B52A}" srcOrd="3" destOrd="0" presId="urn:microsoft.com/office/officeart/2018/2/layout/IconVerticalSolidList"/>
    <dgm:cxn modelId="{5A6DAE23-5D24-40BC-8DE8-F844A21B2B52}" type="presParOf" srcId="{66A6EC0B-A020-44F7-B920-EE791CA6F59E}" destId="{D9386D6A-9D44-4EDB-BCD1-AFE2A7919233}" srcOrd="4" destOrd="0" presId="urn:microsoft.com/office/officeart/2018/2/layout/IconVerticalSolidList"/>
    <dgm:cxn modelId="{FB8CC2C5-A9B9-4C4B-9173-E5D755A48268}" type="presParOf" srcId="{D9386D6A-9D44-4EDB-BCD1-AFE2A7919233}" destId="{55E84289-DFFC-4191-B327-AA42374FD359}" srcOrd="0" destOrd="0" presId="urn:microsoft.com/office/officeart/2018/2/layout/IconVerticalSolidList"/>
    <dgm:cxn modelId="{15DEAF0E-DA18-4978-ADD9-B4B80C2D1DFA}" type="presParOf" srcId="{D9386D6A-9D44-4EDB-BCD1-AFE2A7919233}" destId="{F2DE2858-D731-46A4-88EE-F84F78C245EF}" srcOrd="1" destOrd="0" presId="urn:microsoft.com/office/officeart/2018/2/layout/IconVerticalSolidList"/>
    <dgm:cxn modelId="{A1E33711-1AD2-4BE5-B475-58EFB2A0B960}" type="presParOf" srcId="{D9386D6A-9D44-4EDB-BCD1-AFE2A7919233}" destId="{9C191A33-60A7-4BF9-AA11-344E29BC4A17}" srcOrd="2" destOrd="0" presId="urn:microsoft.com/office/officeart/2018/2/layout/IconVerticalSolidList"/>
    <dgm:cxn modelId="{5B9E2C6F-7E27-45EA-8204-2275560314E6}" type="presParOf" srcId="{D9386D6A-9D44-4EDB-BCD1-AFE2A7919233}" destId="{882F67BD-06AF-42AB-8FAC-B2D95203145D}" srcOrd="3" destOrd="0" presId="urn:microsoft.com/office/officeart/2018/2/layout/IconVerticalSolidList"/>
    <dgm:cxn modelId="{DEFA65C2-842B-4956-8654-D6AA04D70131}" type="presParOf" srcId="{66A6EC0B-A020-44F7-B920-EE791CA6F59E}" destId="{BA52F6C3-1C3F-4A8D-8F7C-F973875E2DD4}" srcOrd="5" destOrd="0" presId="urn:microsoft.com/office/officeart/2018/2/layout/IconVerticalSolidList"/>
    <dgm:cxn modelId="{1F056FB4-D626-4615-BBD1-63CF9345C2C0}" type="presParOf" srcId="{66A6EC0B-A020-44F7-B920-EE791CA6F59E}" destId="{501495A0-68EA-4A00-860F-5BB16498D237}" srcOrd="6" destOrd="0" presId="urn:microsoft.com/office/officeart/2018/2/layout/IconVerticalSolidList"/>
    <dgm:cxn modelId="{FC1BD6E1-09F8-4013-A257-624A0A41BA82}" type="presParOf" srcId="{501495A0-68EA-4A00-860F-5BB16498D237}" destId="{4F6AC273-FA4B-4CB9-94B0-2EA363C75190}" srcOrd="0" destOrd="0" presId="urn:microsoft.com/office/officeart/2018/2/layout/IconVerticalSolidList"/>
    <dgm:cxn modelId="{C0E5419D-603D-4351-A1E4-8A0E692FF876}" type="presParOf" srcId="{501495A0-68EA-4A00-860F-5BB16498D237}" destId="{A27BC3A3-A099-44E8-95FF-7FA569ED6108}" srcOrd="1" destOrd="0" presId="urn:microsoft.com/office/officeart/2018/2/layout/IconVerticalSolidList"/>
    <dgm:cxn modelId="{8C247C11-DCD1-4C4D-BEAC-55BBA5DE4EE8}" type="presParOf" srcId="{501495A0-68EA-4A00-860F-5BB16498D237}" destId="{877F8F4E-6395-42C4-857F-85D2F092EBE5}" srcOrd="2" destOrd="0" presId="urn:microsoft.com/office/officeart/2018/2/layout/IconVerticalSolidList"/>
    <dgm:cxn modelId="{C82C25EE-9222-4EFD-9437-45028C4BB789}" type="presParOf" srcId="{501495A0-68EA-4A00-860F-5BB16498D237}" destId="{B6A0F2F1-53FD-4BD0-9B0E-44A5DC1D7EA3}" srcOrd="3" destOrd="0" presId="urn:microsoft.com/office/officeart/2018/2/layout/IconVerticalSolidList"/>
    <dgm:cxn modelId="{FC4054D8-44FD-4AC0-AE88-ADEA49F57506}" type="presParOf" srcId="{66A6EC0B-A020-44F7-B920-EE791CA6F59E}" destId="{F1C2EE1C-C1B0-4334-A056-9045F6BD773A}" srcOrd="7" destOrd="0" presId="urn:microsoft.com/office/officeart/2018/2/layout/IconVerticalSolidList"/>
    <dgm:cxn modelId="{7DB6606D-DCD1-4CCE-88C7-B8D34E29A235}" type="presParOf" srcId="{66A6EC0B-A020-44F7-B920-EE791CA6F59E}" destId="{FA2A6F58-2E09-418C-86F2-A793301A5CDB}" srcOrd="8" destOrd="0" presId="urn:microsoft.com/office/officeart/2018/2/layout/IconVerticalSolidList"/>
    <dgm:cxn modelId="{3AD1D401-672B-45A7-AFC7-A185FDB12BFF}" type="presParOf" srcId="{FA2A6F58-2E09-418C-86F2-A793301A5CDB}" destId="{DBC30280-6F22-4AEB-A2DD-B9163EDC69F7}" srcOrd="0" destOrd="0" presId="urn:microsoft.com/office/officeart/2018/2/layout/IconVerticalSolidList"/>
    <dgm:cxn modelId="{6E226BAB-9B37-408A-BE59-FFC997C8B6AD}" type="presParOf" srcId="{FA2A6F58-2E09-418C-86F2-A793301A5CDB}" destId="{FD147883-3D17-43A2-AE95-0CD94D2C7BB2}" srcOrd="1" destOrd="0" presId="urn:microsoft.com/office/officeart/2018/2/layout/IconVerticalSolidList"/>
    <dgm:cxn modelId="{A805E820-D1E6-4E86-A77B-AD1A2C657FB4}" type="presParOf" srcId="{FA2A6F58-2E09-418C-86F2-A793301A5CDB}" destId="{28DF01FF-1D4B-4583-88C7-76DEA3F97492}" srcOrd="2" destOrd="0" presId="urn:microsoft.com/office/officeart/2018/2/layout/IconVerticalSolidList"/>
    <dgm:cxn modelId="{242316EF-7AFC-4091-B365-B2B95B22214E}" type="presParOf" srcId="{FA2A6F58-2E09-418C-86F2-A793301A5CDB}" destId="{9F45B6F0-9B12-4D94-A383-30BD852AB80F}" srcOrd="3" destOrd="0" presId="urn:microsoft.com/office/officeart/2018/2/layout/IconVerticalSolidList"/>
    <dgm:cxn modelId="{E5497D4A-0DCF-422E-9468-9857D2E5FD27}" type="presParOf" srcId="{66A6EC0B-A020-44F7-B920-EE791CA6F59E}" destId="{7E53D2C8-8121-4855-BC05-D3740F804E89}" srcOrd="9" destOrd="0" presId="urn:microsoft.com/office/officeart/2018/2/layout/IconVerticalSolidList"/>
    <dgm:cxn modelId="{137ADC1F-06AE-4653-959F-F1B9D2C03426}" type="presParOf" srcId="{66A6EC0B-A020-44F7-B920-EE791CA6F59E}" destId="{4C964D6A-4910-4AE9-868B-83FD192A4375}" srcOrd="10" destOrd="0" presId="urn:microsoft.com/office/officeart/2018/2/layout/IconVerticalSolidList"/>
    <dgm:cxn modelId="{226B99B9-2368-4F09-8A02-BECAC553F98E}" type="presParOf" srcId="{4C964D6A-4910-4AE9-868B-83FD192A4375}" destId="{B459C852-AE2B-4E8E-9F04-A48C33388490}" srcOrd="0" destOrd="0" presId="urn:microsoft.com/office/officeart/2018/2/layout/IconVerticalSolidList"/>
    <dgm:cxn modelId="{D6620D61-DEF7-4549-BBEF-05A8586D7B49}" type="presParOf" srcId="{4C964D6A-4910-4AE9-868B-83FD192A4375}" destId="{32096902-6FD7-4EE0-AD52-78C5F7F05A84}" srcOrd="1" destOrd="0" presId="urn:microsoft.com/office/officeart/2018/2/layout/IconVerticalSolidList"/>
    <dgm:cxn modelId="{ACF26F26-9F7D-4393-9FD8-7EBAA5E763B7}" type="presParOf" srcId="{4C964D6A-4910-4AE9-868B-83FD192A4375}" destId="{30E526DB-522B-4634-82FC-E75D5FFF00EB}" srcOrd="2" destOrd="0" presId="urn:microsoft.com/office/officeart/2018/2/layout/IconVerticalSolidList"/>
    <dgm:cxn modelId="{B4B865DB-2D4C-4835-BC8F-D4F8D5EEE437}" type="presParOf" srcId="{4C964D6A-4910-4AE9-868B-83FD192A4375}" destId="{A4E422F9-13A3-4322-9233-6A0EE36C74D7}" srcOrd="3" destOrd="0" presId="urn:microsoft.com/office/officeart/2018/2/layout/IconVerticalSolidList"/>
    <dgm:cxn modelId="{6B22EA1F-1641-4F0D-9A25-0756C84B7153}" type="presParOf" srcId="{66A6EC0B-A020-44F7-B920-EE791CA6F59E}" destId="{A22B2459-D052-4D63-9DCF-E629E69587C3}" srcOrd="11" destOrd="0" presId="urn:microsoft.com/office/officeart/2018/2/layout/IconVerticalSolidList"/>
    <dgm:cxn modelId="{949AFB3C-1F26-4CD9-9F15-2F9361EC2B2E}" type="presParOf" srcId="{66A6EC0B-A020-44F7-B920-EE791CA6F59E}" destId="{95C0E3BD-4C59-484F-BB65-CB1375958E13}" srcOrd="12" destOrd="0" presId="urn:microsoft.com/office/officeart/2018/2/layout/IconVerticalSolidList"/>
    <dgm:cxn modelId="{58BBDBF7-3722-49FE-AD6F-FBA3CEC3666B}" type="presParOf" srcId="{95C0E3BD-4C59-484F-BB65-CB1375958E13}" destId="{CA3070AD-5F09-4501-8CFA-6FB4C07CEA38}" srcOrd="0" destOrd="0" presId="urn:microsoft.com/office/officeart/2018/2/layout/IconVerticalSolidList"/>
    <dgm:cxn modelId="{EE446AF7-2E33-4647-AD42-14FE1FB1C4AB}" type="presParOf" srcId="{95C0E3BD-4C59-484F-BB65-CB1375958E13}" destId="{60F30453-D390-425D-8D18-E0FBF3EB7398}" srcOrd="1" destOrd="0" presId="urn:microsoft.com/office/officeart/2018/2/layout/IconVerticalSolidList"/>
    <dgm:cxn modelId="{58342007-082D-4A41-9030-9CF3F9D3BE0E}" type="presParOf" srcId="{95C0E3BD-4C59-484F-BB65-CB1375958E13}" destId="{1E3072B8-C6EF-438F-824B-928D73946A96}" srcOrd="2" destOrd="0" presId="urn:microsoft.com/office/officeart/2018/2/layout/IconVerticalSolidList"/>
    <dgm:cxn modelId="{9587A2AF-841F-4D35-BAAB-1A379C452717}" type="presParOf" srcId="{95C0E3BD-4C59-484F-BB65-CB1375958E13}" destId="{CBBD518A-0445-4D00-8326-99AE1F2501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EF6C7E-FC3F-40E1-B8A6-7370EBB3B9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CAA600-50EC-4C38-BE72-9108886EBCFE}">
      <dgm:prSet/>
      <dgm:spPr/>
      <dgm:t>
        <a:bodyPr/>
        <a:lstStyle/>
        <a:p>
          <a:r>
            <a:rPr lang="en-US"/>
            <a:t>In the future, we plan to:</a:t>
          </a:r>
        </a:p>
      </dgm:t>
    </dgm:pt>
    <dgm:pt modelId="{58D72F65-13D8-4362-B60C-0C7B8832B2E3}" type="parTrans" cxnId="{480B0261-9D67-4F9A-8884-0C0989EA153D}">
      <dgm:prSet/>
      <dgm:spPr/>
      <dgm:t>
        <a:bodyPr/>
        <a:lstStyle/>
        <a:p>
          <a:endParaRPr lang="en-US"/>
        </a:p>
      </dgm:t>
    </dgm:pt>
    <dgm:pt modelId="{9A04D366-0E9B-4646-8225-49E053008E7A}" type="sibTrans" cxnId="{480B0261-9D67-4F9A-8884-0C0989EA153D}">
      <dgm:prSet/>
      <dgm:spPr/>
      <dgm:t>
        <a:bodyPr/>
        <a:lstStyle/>
        <a:p>
          <a:endParaRPr lang="en-US"/>
        </a:p>
      </dgm:t>
    </dgm:pt>
    <dgm:pt modelId="{EABDCB16-21C2-4E16-8628-5CA51ED33A86}">
      <dgm:prSet/>
      <dgm:spPr/>
      <dgm:t>
        <a:bodyPr/>
        <a:lstStyle/>
        <a:p>
          <a:r>
            <a:rPr lang="en-US"/>
            <a:t>Add more levels </a:t>
          </a:r>
        </a:p>
      </dgm:t>
    </dgm:pt>
    <dgm:pt modelId="{69C88D49-15B8-435A-BDF5-E81C13CD4D42}" type="parTrans" cxnId="{76F0A2C8-19F6-47A2-9B19-C5FDF4121192}">
      <dgm:prSet/>
      <dgm:spPr/>
      <dgm:t>
        <a:bodyPr/>
        <a:lstStyle/>
        <a:p>
          <a:endParaRPr lang="en-US"/>
        </a:p>
      </dgm:t>
    </dgm:pt>
    <dgm:pt modelId="{3BDD6ED9-9AE9-42E6-907D-C6C4621AB225}" type="sibTrans" cxnId="{76F0A2C8-19F6-47A2-9B19-C5FDF4121192}">
      <dgm:prSet/>
      <dgm:spPr/>
      <dgm:t>
        <a:bodyPr/>
        <a:lstStyle/>
        <a:p>
          <a:endParaRPr lang="en-US"/>
        </a:p>
      </dgm:t>
    </dgm:pt>
    <dgm:pt modelId="{6229C9B2-4F6E-4B55-B64B-4FFDC8A03052}">
      <dgm:prSet/>
      <dgm:spPr/>
      <dgm:t>
        <a:bodyPr/>
        <a:lstStyle/>
        <a:p>
          <a:r>
            <a:rPr lang="en-US"/>
            <a:t>Add animations and sounds </a:t>
          </a:r>
        </a:p>
      </dgm:t>
    </dgm:pt>
    <dgm:pt modelId="{3A00FACF-CC15-4C78-9309-E17CC261E213}" type="parTrans" cxnId="{4E135626-78BA-489C-9208-C08A4B6E2BA6}">
      <dgm:prSet/>
      <dgm:spPr/>
      <dgm:t>
        <a:bodyPr/>
        <a:lstStyle/>
        <a:p>
          <a:endParaRPr lang="en-US"/>
        </a:p>
      </dgm:t>
    </dgm:pt>
    <dgm:pt modelId="{1AB85F05-35D1-4B69-B973-00A143AD97AE}" type="sibTrans" cxnId="{4E135626-78BA-489C-9208-C08A4B6E2BA6}">
      <dgm:prSet/>
      <dgm:spPr/>
      <dgm:t>
        <a:bodyPr/>
        <a:lstStyle/>
        <a:p>
          <a:endParaRPr lang="en-US"/>
        </a:p>
      </dgm:t>
    </dgm:pt>
    <dgm:pt modelId="{F745A0B0-F423-45FF-B169-8FC92F0F5C45}">
      <dgm:prSet/>
      <dgm:spPr/>
      <dgm:t>
        <a:bodyPr/>
        <a:lstStyle/>
        <a:p>
          <a:r>
            <a:rPr lang="en-US"/>
            <a:t>Improve the design </a:t>
          </a:r>
        </a:p>
      </dgm:t>
    </dgm:pt>
    <dgm:pt modelId="{4B4EBE17-D1FF-4CD7-A160-8BEDA07B731A}" type="parTrans" cxnId="{CC330A5B-9019-4B81-8107-5F92C5EACC89}">
      <dgm:prSet/>
      <dgm:spPr/>
      <dgm:t>
        <a:bodyPr/>
        <a:lstStyle/>
        <a:p>
          <a:endParaRPr lang="en-US"/>
        </a:p>
      </dgm:t>
    </dgm:pt>
    <dgm:pt modelId="{1A17ACE4-B09B-4F1C-8894-966AD9DD2A6B}" type="sibTrans" cxnId="{CC330A5B-9019-4B81-8107-5F92C5EACC89}">
      <dgm:prSet/>
      <dgm:spPr/>
      <dgm:t>
        <a:bodyPr/>
        <a:lstStyle/>
        <a:p>
          <a:endParaRPr lang="en-US"/>
        </a:p>
      </dgm:t>
    </dgm:pt>
    <dgm:pt modelId="{86DFDE0A-6982-4F02-A3A9-9D35897B8389}">
      <dgm:prSet/>
      <dgm:spPr/>
      <dgm:t>
        <a:bodyPr/>
        <a:lstStyle/>
        <a:p>
          <a:r>
            <a:rPr lang="en-US"/>
            <a:t>Add more cyber-security topics </a:t>
          </a:r>
        </a:p>
      </dgm:t>
    </dgm:pt>
    <dgm:pt modelId="{956CCE33-5395-47A1-A8DB-C47023CA95FB}" type="parTrans" cxnId="{C980C356-780F-4FE0-ABE5-FDDF7FD9959F}">
      <dgm:prSet/>
      <dgm:spPr/>
      <dgm:t>
        <a:bodyPr/>
        <a:lstStyle/>
        <a:p>
          <a:endParaRPr lang="en-US"/>
        </a:p>
      </dgm:t>
    </dgm:pt>
    <dgm:pt modelId="{41AA727D-5131-4A52-B661-D1D910277E41}" type="sibTrans" cxnId="{C980C356-780F-4FE0-ABE5-FDDF7FD9959F}">
      <dgm:prSet/>
      <dgm:spPr/>
      <dgm:t>
        <a:bodyPr/>
        <a:lstStyle/>
        <a:p>
          <a:endParaRPr lang="en-US"/>
        </a:p>
      </dgm:t>
    </dgm:pt>
    <dgm:pt modelId="{CCB647AE-9819-46BF-9060-BC80FB3E3BDA}">
      <dgm:prSet/>
      <dgm:spPr/>
      <dgm:t>
        <a:bodyPr/>
        <a:lstStyle/>
        <a:p>
          <a:r>
            <a:rPr lang="en-US"/>
            <a:t>Add rewards and scored system</a:t>
          </a:r>
        </a:p>
      </dgm:t>
    </dgm:pt>
    <dgm:pt modelId="{17434C99-A42C-44E7-A272-7CD7A66FE476}" type="parTrans" cxnId="{B5E13CD2-A8C2-4058-B921-754E552E86B5}">
      <dgm:prSet/>
      <dgm:spPr/>
      <dgm:t>
        <a:bodyPr/>
        <a:lstStyle/>
        <a:p>
          <a:endParaRPr lang="en-US"/>
        </a:p>
      </dgm:t>
    </dgm:pt>
    <dgm:pt modelId="{C59B819F-0E47-4C0E-9E39-6F0302C248CE}" type="sibTrans" cxnId="{B5E13CD2-A8C2-4058-B921-754E552E86B5}">
      <dgm:prSet/>
      <dgm:spPr/>
      <dgm:t>
        <a:bodyPr/>
        <a:lstStyle/>
        <a:p>
          <a:endParaRPr lang="en-US"/>
        </a:p>
      </dgm:t>
    </dgm:pt>
    <dgm:pt modelId="{757350A5-1226-4794-A223-F813F34C23B9}" type="pres">
      <dgm:prSet presAssocID="{21EF6C7E-FC3F-40E1-B8A6-7370EBB3B98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33E76BD-8BB4-4F17-91DF-F31AF341934D}" type="pres">
      <dgm:prSet presAssocID="{45CAA600-50EC-4C38-BE72-9108886EBCFE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371DB57-7AC3-4773-8C56-BAE50507585B}" type="pres">
      <dgm:prSet presAssocID="{9A04D366-0E9B-4646-8225-49E053008E7A}" presName="spacer" presStyleCnt="0"/>
      <dgm:spPr/>
    </dgm:pt>
    <dgm:pt modelId="{C67F202B-345E-4BAB-9DED-F3947E0689DE}" type="pres">
      <dgm:prSet presAssocID="{EABDCB16-21C2-4E16-8628-5CA51ED33A86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82C443F-2DFA-4483-99F3-F10C184AFDD4}" type="pres">
      <dgm:prSet presAssocID="{3BDD6ED9-9AE9-42E6-907D-C6C4621AB225}" presName="spacer" presStyleCnt="0"/>
      <dgm:spPr/>
    </dgm:pt>
    <dgm:pt modelId="{054CF14E-F11B-448A-95F7-889884D99325}" type="pres">
      <dgm:prSet presAssocID="{6229C9B2-4F6E-4B55-B64B-4FFDC8A03052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059FA1E-6542-4560-8087-FBBC58EBDCE7}" type="pres">
      <dgm:prSet presAssocID="{1AB85F05-35D1-4B69-B973-00A143AD97AE}" presName="spacer" presStyleCnt="0"/>
      <dgm:spPr/>
    </dgm:pt>
    <dgm:pt modelId="{BF7DA37C-720C-45A6-ABE0-EC69B08DA592}" type="pres">
      <dgm:prSet presAssocID="{F745A0B0-F423-45FF-B169-8FC92F0F5C45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69BC21B-66A4-4723-BF12-770F9A219BE5}" type="pres">
      <dgm:prSet presAssocID="{1A17ACE4-B09B-4F1C-8894-966AD9DD2A6B}" presName="spacer" presStyleCnt="0"/>
      <dgm:spPr/>
    </dgm:pt>
    <dgm:pt modelId="{10202C56-59A0-471C-B165-B04A9243EA07}" type="pres">
      <dgm:prSet presAssocID="{86DFDE0A-6982-4F02-A3A9-9D35897B8389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8C8D513-F7E0-455A-ABF6-A591EF335C3A}" type="pres">
      <dgm:prSet presAssocID="{41AA727D-5131-4A52-B661-D1D910277E41}" presName="spacer" presStyleCnt="0"/>
      <dgm:spPr/>
    </dgm:pt>
    <dgm:pt modelId="{D9F83046-F58A-4AC8-93C7-978E762BDA2D}" type="pres">
      <dgm:prSet presAssocID="{CCB647AE-9819-46BF-9060-BC80FB3E3BD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EB355B2-2911-4DE0-9B62-E2B3C49A6AD6}" type="presOf" srcId="{CCB647AE-9819-46BF-9060-BC80FB3E3BDA}" destId="{D9F83046-F58A-4AC8-93C7-978E762BDA2D}" srcOrd="0" destOrd="0" presId="urn:microsoft.com/office/officeart/2005/8/layout/vList2"/>
    <dgm:cxn modelId="{18C622CF-DB1B-44DF-91DE-244D58B5917D}" type="presOf" srcId="{21EF6C7E-FC3F-40E1-B8A6-7370EBB3B98C}" destId="{757350A5-1226-4794-A223-F813F34C23B9}" srcOrd="0" destOrd="0" presId="urn:microsoft.com/office/officeart/2005/8/layout/vList2"/>
    <dgm:cxn modelId="{C980C356-780F-4FE0-ABE5-FDDF7FD9959F}" srcId="{21EF6C7E-FC3F-40E1-B8A6-7370EBB3B98C}" destId="{86DFDE0A-6982-4F02-A3A9-9D35897B8389}" srcOrd="4" destOrd="0" parTransId="{956CCE33-5395-47A1-A8DB-C47023CA95FB}" sibTransId="{41AA727D-5131-4A52-B661-D1D910277E41}"/>
    <dgm:cxn modelId="{76F0A2C8-19F6-47A2-9B19-C5FDF4121192}" srcId="{21EF6C7E-FC3F-40E1-B8A6-7370EBB3B98C}" destId="{EABDCB16-21C2-4E16-8628-5CA51ED33A86}" srcOrd="1" destOrd="0" parTransId="{69C88D49-15B8-435A-BDF5-E81C13CD4D42}" sibTransId="{3BDD6ED9-9AE9-42E6-907D-C6C4621AB225}"/>
    <dgm:cxn modelId="{480B0261-9D67-4F9A-8884-0C0989EA153D}" srcId="{21EF6C7E-FC3F-40E1-B8A6-7370EBB3B98C}" destId="{45CAA600-50EC-4C38-BE72-9108886EBCFE}" srcOrd="0" destOrd="0" parTransId="{58D72F65-13D8-4362-B60C-0C7B8832B2E3}" sibTransId="{9A04D366-0E9B-4646-8225-49E053008E7A}"/>
    <dgm:cxn modelId="{B5E13CD2-A8C2-4058-B921-754E552E86B5}" srcId="{21EF6C7E-FC3F-40E1-B8A6-7370EBB3B98C}" destId="{CCB647AE-9819-46BF-9060-BC80FB3E3BDA}" srcOrd="5" destOrd="0" parTransId="{17434C99-A42C-44E7-A272-7CD7A66FE476}" sibTransId="{C59B819F-0E47-4C0E-9E39-6F0302C248CE}"/>
    <dgm:cxn modelId="{DAB1E609-7B11-4D85-A0AD-27FFDC15B20A}" type="presOf" srcId="{45CAA600-50EC-4C38-BE72-9108886EBCFE}" destId="{733E76BD-8BB4-4F17-91DF-F31AF341934D}" srcOrd="0" destOrd="0" presId="urn:microsoft.com/office/officeart/2005/8/layout/vList2"/>
    <dgm:cxn modelId="{CC330A5B-9019-4B81-8107-5F92C5EACC89}" srcId="{21EF6C7E-FC3F-40E1-B8A6-7370EBB3B98C}" destId="{F745A0B0-F423-45FF-B169-8FC92F0F5C45}" srcOrd="3" destOrd="0" parTransId="{4B4EBE17-D1FF-4CD7-A160-8BEDA07B731A}" sibTransId="{1A17ACE4-B09B-4F1C-8894-966AD9DD2A6B}"/>
    <dgm:cxn modelId="{BD282467-0C6C-4E0A-ADFA-A3483580C19B}" type="presOf" srcId="{6229C9B2-4F6E-4B55-B64B-4FFDC8A03052}" destId="{054CF14E-F11B-448A-95F7-889884D99325}" srcOrd="0" destOrd="0" presId="urn:microsoft.com/office/officeart/2005/8/layout/vList2"/>
    <dgm:cxn modelId="{BC80BA57-A147-4941-AC22-E45EF77189F0}" type="presOf" srcId="{86DFDE0A-6982-4F02-A3A9-9D35897B8389}" destId="{10202C56-59A0-471C-B165-B04A9243EA07}" srcOrd="0" destOrd="0" presId="urn:microsoft.com/office/officeart/2005/8/layout/vList2"/>
    <dgm:cxn modelId="{4E135626-78BA-489C-9208-C08A4B6E2BA6}" srcId="{21EF6C7E-FC3F-40E1-B8A6-7370EBB3B98C}" destId="{6229C9B2-4F6E-4B55-B64B-4FFDC8A03052}" srcOrd="2" destOrd="0" parTransId="{3A00FACF-CC15-4C78-9309-E17CC261E213}" sibTransId="{1AB85F05-35D1-4B69-B973-00A143AD97AE}"/>
    <dgm:cxn modelId="{A68C2212-85BD-4C6B-94AC-020C48AFC132}" type="presOf" srcId="{EABDCB16-21C2-4E16-8628-5CA51ED33A86}" destId="{C67F202B-345E-4BAB-9DED-F3947E0689DE}" srcOrd="0" destOrd="0" presId="urn:microsoft.com/office/officeart/2005/8/layout/vList2"/>
    <dgm:cxn modelId="{F05C399B-CFC3-46D5-A9C0-AA9B46E7A32C}" type="presOf" srcId="{F745A0B0-F423-45FF-B169-8FC92F0F5C45}" destId="{BF7DA37C-720C-45A6-ABE0-EC69B08DA592}" srcOrd="0" destOrd="0" presId="urn:microsoft.com/office/officeart/2005/8/layout/vList2"/>
    <dgm:cxn modelId="{141C08B4-947D-4E11-8B4A-0A1B36D7E3C8}" type="presParOf" srcId="{757350A5-1226-4794-A223-F813F34C23B9}" destId="{733E76BD-8BB4-4F17-91DF-F31AF341934D}" srcOrd="0" destOrd="0" presId="urn:microsoft.com/office/officeart/2005/8/layout/vList2"/>
    <dgm:cxn modelId="{AFDFEFC5-0D7B-4FCD-BA39-241CD28540D0}" type="presParOf" srcId="{757350A5-1226-4794-A223-F813F34C23B9}" destId="{1371DB57-7AC3-4773-8C56-BAE50507585B}" srcOrd="1" destOrd="0" presId="urn:microsoft.com/office/officeart/2005/8/layout/vList2"/>
    <dgm:cxn modelId="{82E3DE2A-019E-4515-9737-E11F6BB66B54}" type="presParOf" srcId="{757350A5-1226-4794-A223-F813F34C23B9}" destId="{C67F202B-345E-4BAB-9DED-F3947E0689DE}" srcOrd="2" destOrd="0" presId="urn:microsoft.com/office/officeart/2005/8/layout/vList2"/>
    <dgm:cxn modelId="{EB13D56D-76C2-4712-9A5B-BD60D8147484}" type="presParOf" srcId="{757350A5-1226-4794-A223-F813F34C23B9}" destId="{182C443F-2DFA-4483-99F3-F10C184AFDD4}" srcOrd="3" destOrd="0" presId="urn:microsoft.com/office/officeart/2005/8/layout/vList2"/>
    <dgm:cxn modelId="{3030344C-EAFF-48B4-A2F6-7FE58BC33C8B}" type="presParOf" srcId="{757350A5-1226-4794-A223-F813F34C23B9}" destId="{054CF14E-F11B-448A-95F7-889884D99325}" srcOrd="4" destOrd="0" presId="urn:microsoft.com/office/officeart/2005/8/layout/vList2"/>
    <dgm:cxn modelId="{F40C0D1D-CF3E-41E8-8644-05B5B5DADD49}" type="presParOf" srcId="{757350A5-1226-4794-A223-F813F34C23B9}" destId="{F059FA1E-6542-4560-8087-FBBC58EBDCE7}" srcOrd="5" destOrd="0" presId="urn:microsoft.com/office/officeart/2005/8/layout/vList2"/>
    <dgm:cxn modelId="{6480974F-A3C5-4FFA-86E1-A2824F718EF6}" type="presParOf" srcId="{757350A5-1226-4794-A223-F813F34C23B9}" destId="{BF7DA37C-720C-45A6-ABE0-EC69B08DA592}" srcOrd="6" destOrd="0" presId="urn:microsoft.com/office/officeart/2005/8/layout/vList2"/>
    <dgm:cxn modelId="{538CA1CB-107C-47DF-8F3B-9F10664F7B2C}" type="presParOf" srcId="{757350A5-1226-4794-A223-F813F34C23B9}" destId="{469BC21B-66A4-4723-BF12-770F9A219BE5}" srcOrd="7" destOrd="0" presId="urn:microsoft.com/office/officeart/2005/8/layout/vList2"/>
    <dgm:cxn modelId="{16307DE7-4890-44F4-B7D4-258623765AA4}" type="presParOf" srcId="{757350A5-1226-4794-A223-F813F34C23B9}" destId="{10202C56-59A0-471C-B165-B04A9243EA07}" srcOrd="8" destOrd="0" presId="urn:microsoft.com/office/officeart/2005/8/layout/vList2"/>
    <dgm:cxn modelId="{B635216D-B710-48F2-A5B9-35B8AB7D837B}" type="presParOf" srcId="{757350A5-1226-4794-A223-F813F34C23B9}" destId="{88C8D513-F7E0-455A-ABF6-A591EF335C3A}" srcOrd="9" destOrd="0" presId="urn:microsoft.com/office/officeart/2005/8/layout/vList2"/>
    <dgm:cxn modelId="{8591F323-E534-44D9-A671-FB38C5B554F8}" type="presParOf" srcId="{757350A5-1226-4794-A223-F813F34C23B9}" destId="{D9F83046-F58A-4AC8-93C7-978E762BDA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9E0416-BA7E-485B-A08A-5F4F8A53AC9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A1FC22F7-091D-429D-950F-EAF0611A0631}">
      <dgm:prSet/>
      <dgm:spPr/>
      <dgm:t>
        <a:bodyPr/>
        <a:lstStyle/>
        <a:p>
          <a:r>
            <a:rPr lang="en-US"/>
            <a:t>CybShield is designed to help children learn cyber safety in a fun and interactive way.</a:t>
          </a:r>
        </a:p>
      </dgm:t>
    </dgm:pt>
    <dgm:pt modelId="{579AD2B4-2201-4BA6-BFC1-452072D13BA6}" type="parTrans" cxnId="{C46179B7-566B-46F3-B211-7703E734AB42}">
      <dgm:prSet/>
      <dgm:spPr/>
      <dgm:t>
        <a:bodyPr/>
        <a:lstStyle/>
        <a:p>
          <a:endParaRPr lang="en-US"/>
        </a:p>
      </dgm:t>
    </dgm:pt>
    <dgm:pt modelId="{E81450F3-96BC-42A8-AAFE-D049F7FA52D4}" type="sibTrans" cxnId="{C46179B7-566B-46F3-B211-7703E734AB42}">
      <dgm:prSet/>
      <dgm:spPr/>
      <dgm:t>
        <a:bodyPr/>
        <a:lstStyle/>
        <a:p>
          <a:endParaRPr lang="en-US"/>
        </a:p>
      </dgm:t>
    </dgm:pt>
    <dgm:pt modelId="{6AD35726-BE6D-4D84-BA77-F15DC5586074}">
      <dgm:prSet/>
      <dgm:spPr/>
      <dgm:t>
        <a:bodyPr/>
        <a:lstStyle/>
        <a:p>
          <a:r>
            <a:rPr lang="en-US"/>
            <a:t>Our goal is to help young users become smarter and safer online.</a:t>
          </a:r>
        </a:p>
      </dgm:t>
    </dgm:pt>
    <dgm:pt modelId="{5B836860-B64B-4569-BD31-71E561537703}" type="parTrans" cxnId="{B7B5C44C-820E-4473-82D1-B24375D8D677}">
      <dgm:prSet/>
      <dgm:spPr/>
      <dgm:t>
        <a:bodyPr/>
        <a:lstStyle/>
        <a:p>
          <a:endParaRPr lang="en-US"/>
        </a:p>
      </dgm:t>
    </dgm:pt>
    <dgm:pt modelId="{AC51DB5B-8AAA-4ADA-BCBE-CB7108B62854}" type="sibTrans" cxnId="{B7B5C44C-820E-4473-82D1-B24375D8D677}">
      <dgm:prSet/>
      <dgm:spPr/>
      <dgm:t>
        <a:bodyPr/>
        <a:lstStyle/>
        <a:p>
          <a:endParaRPr lang="en-US"/>
        </a:p>
      </dgm:t>
    </dgm:pt>
    <dgm:pt modelId="{21CE298B-35A6-4D38-A8A7-B5668D850578}" type="pres">
      <dgm:prSet presAssocID="{BA9E0416-BA7E-485B-A08A-5F4F8A53AC9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87ED4615-1177-4EC3-845E-31C31E86D6D6}" type="pres">
      <dgm:prSet presAssocID="{A1FC22F7-091D-429D-950F-EAF0611A0631}" presName="root" presStyleCnt="0"/>
      <dgm:spPr/>
    </dgm:pt>
    <dgm:pt modelId="{D293E91F-7335-4EC9-8023-8622B01851F5}" type="pres">
      <dgm:prSet presAssocID="{A1FC22F7-091D-429D-950F-EAF0611A0631}" presName="rootComposite" presStyleCnt="0"/>
      <dgm:spPr/>
    </dgm:pt>
    <dgm:pt modelId="{0D19164C-0FFE-49BA-A8BD-F49EAB5DCCDF}" type="pres">
      <dgm:prSet presAssocID="{A1FC22F7-091D-429D-950F-EAF0611A0631}" presName="rootText" presStyleLbl="node1" presStyleIdx="0" presStyleCnt="2"/>
      <dgm:spPr/>
      <dgm:t>
        <a:bodyPr/>
        <a:lstStyle/>
        <a:p>
          <a:endParaRPr lang="en-GB"/>
        </a:p>
      </dgm:t>
    </dgm:pt>
    <dgm:pt modelId="{8F11F8A8-CC34-4926-9303-16407E802EDA}" type="pres">
      <dgm:prSet presAssocID="{A1FC22F7-091D-429D-950F-EAF0611A0631}" presName="rootConnector" presStyleLbl="node1" presStyleIdx="0" presStyleCnt="2"/>
      <dgm:spPr/>
      <dgm:t>
        <a:bodyPr/>
        <a:lstStyle/>
        <a:p>
          <a:endParaRPr lang="en-GB"/>
        </a:p>
      </dgm:t>
    </dgm:pt>
    <dgm:pt modelId="{D31199AE-F5DE-48B1-9352-2766DD7D30AA}" type="pres">
      <dgm:prSet presAssocID="{A1FC22F7-091D-429D-950F-EAF0611A0631}" presName="childShape" presStyleCnt="0"/>
      <dgm:spPr/>
    </dgm:pt>
    <dgm:pt modelId="{B80A10AC-77A1-46C7-A3D8-23A50E8F749B}" type="pres">
      <dgm:prSet presAssocID="{6AD35726-BE6D-4D84-BA77-F15DC5586074}" presName="root" presStyleCnt="0"/>
      <dgm:spPr/>
    </dgm:pt>
    <dgm:pt modelId="{5647F075-E410-4B11-B3CB-1B3C6341C138}" type="pres">
      <dgm:prSet presAssocID="{6AD35726-BE6D-4D84-BA77-F15DC5586074}" presName="rootComposite" presStyleCnt="0"/>
      <dgm:spPr/>
    </dgm:pt>
    <dgm:pt modelId="{6FA3A620-9FB6-4A23-AAC5-6B40399C55CA}" type="pres">
      <dgm:prSet presAssocID="{6AD35726-BE6D-4D84-BA77-F15DC5586074}" presName="rootText" presStyleLbl="node1" presStyleIdx="1" presStyleCnt="2"/>
      <dgm:spPr/>
      <dgm:t>
        <a:bodyPr/>
        <a:lstStyle/>
        <a:p>
          <a:endParaRPr lang="en-GB"/>
        </a:p>
      </dgm:t>
    </dgm:pt>
    <dgm:pt modelId="{655B5643-7F82-4529-98AD-9063DFD0B7EF}" type="pres">
      <dgm:prSet presAssocID="{6AD35726-BE6D-4D84-BA77-F15DC5586074}" presName="rootConnector" presStyleLbl="node1" presStyleIdx="1" presStyleCnt="2"/>
      <dgm:spPr/>
      <dgm:t>
        <a:bodyPr/>
        <a:lstStyle/>
        <a:p>
          <a:endParaRPr lang="en-GB"/>
        </a:p>
      </dgm:t>
    </dgm:pt>
    <dgm:pt modelId="{BAEF931D-AF80-49F0-B049-C2F6B582C43E}" type="pres">
      <dgm:prSet presAssocID="{6AD35726-BE6D-4D84-BA77-F15DC5586074}" presName="childShape" presStyleCnt="0"/>
      <dgm:spPr/>
    </dgm:pt>
  </dgm:ptLst>
  <dgm:cxnLst>
    <dgm:cxn modelId="{9F9132AB-A1FB-4AD8-985F-35F9927DE12B}" type="presOf" srcId="{6AD35726-BE6D-4D84-BA77-F15DC5586074}" destId="{655B5643-7F82-4529-98AD-9063DFD0B7EF}" srcOrd="1" destOrd="0" presId="urn:microsoft.com/office/officeart/2005/8/layout/hierarchy3"/>
    <dgm:cxn modelId="{B7B5C44C-820E-4473-82D1-B24375D8D677}" srcId="{BA9E0416-BA7E-485B-A08A-5F4F8A53AC9F}" destId="{6AD35726-BE6D-4D84-BA77-F15DC5586074}" srcOrd="1" destOrd="0" parTransId="{5B836860-B64B-4569-BD31-71E561537703}" sibTransId="{AC51DB5B-8AAA-4ADA-BCBE-CB7108B62854}"/>
    <dgm:cxn modelId="{C3B3E106-6C79-4A78-BE6F-1D692E93406A}" type="presOf" srcId="{A1FC22F7-091D-429D-950F-EAF0611A0631}" destId="{0D19164C-0FFE-49BA-A8BD-F49EAB5DCCDF}" srcOrd="0" destOrd="0" presId="urn:microsoft.com/office/officeart/2005/8/layout/hierarchy3"/>
    <dgm:cxn modelId="{E707D8DD-104D-4DBE-BD0B-4FB4995A193B}" type="presOf" srcId="{A1FC22F7-091D-429D-950F-EAF0611A0631}" destId="{8F11F8A8-CC34-4926-9303-16407E802EDA}" srcOrd="1" destOrd="0" presId="urn:microsoft.com/office/officeart/2005/8/layout/hierarchy3"/>
    <dgm:cxn modelId="{C46179B7-566B-46F3-B211-7703E734AB42}" srcId="{BA9E0416-BA7E-485B-A08A-5F4F8A53AC9F}" destId="{A1FC22F7-091D-429D-950F-EAF0611A0631}" srcOrd="0" destOrd="0" parTransId="{579AD2B4-2201-4BA6-BFC1-452072D13BA6}" sibTransId="{E81450F3-96BC-42A8-AAFE-D049F7FA52D4}"/>
    <dgm:cxn modelId="{2B0CF1C0-7894-4D22-BF7C-387A827D4F7B}" type="presOf" srcId="{6AD35726-BE6D-4D84-BA77-F15DC5586074}" destId="{6FA3A620-9FB6-4A23-AAC5-6B40399C55CA}" srcOrd="0" destOrd="0" presId="urn:microsoft.com/office/officeart/2005/8/layout/hierarchy3"/>
    <dgm:cxn modelId="{926963DC-990D-475D-84EE-A7C2276C2781}" type="presOf" srcId="{BA9E0416-BA7E-485B-A08A-5F4F8A53AC9F}" destId="{21CE298B-35A6-4D38-A8A7-B5668D850578}" srcOrd="0" destOrd="0" presId="urn:microsoft.com/office/officeart/2005/8/layout/hierarchy3"/>
    <dgm:cxn modelId="{D059372E-4F77-457A-9FB5-C71355D775E4}" type="presParOf" srcId="{21CE298B-35A6-4D38-A8A7-B5668D850578}" destId="{87ED4615-1177-4EC3-845E-31C31E86D6D6}" srcOrd="0" destOrd="0" presId="urn:microsoft.com/office/officeart/2005/8/layout/hierarchy3"/>
    <dgm:cxn modelId="{3F7B1AA5-B311-4775-AD50-3BFE033C623B}" type="presParOf" srcId="{87ED4615-1177-4EC3-845E-31C31E86D6D6}" destId="{D293E91F-7335-4EC9-8023-8622B01851F5}" srcOrd="0" destOrd="0" presId="urn:microsoft.com/office/officeart/2005/8/layout/hierarchy3"/>
    <dgm:cxn modelId="{A0257BD0-3738-49B2-A1C0-90230E839C65}" type="presParOf" srcId="{D293E91F-7335-4EC9-8023-8622B01851F5}" destId="{0D19164C-0FFE-49BA-A8BD-F49EAB5DCCDF}" srcOrd="0" destOrd="0" presId="urn:microsoft.com/office/officeart/2005/8/layout/hierarchy3"/>
    <dgm:cxn modelId="{043E8246-5F1F-4177-B8C1-523F00CDE2AB}" type="presParOf" srcId="{D293E91F-7335-4EC9-8023-8622B01851F5}" destId="{8F11F8A8-CC34-4926-9303-16407E802EDA}" srcOrd="1" destOrd="0" presId="urn:microsoft.com/office/officeart/2005/8/layout/hierarchy3"/>
    <dgm:cxn modelId="{390A4EF5-40B5-4399-9403-21643BF3098D}" type="presParOf" srcId="{87ED4615-1177-4EC3-845E-31C31E86D6D6}" destId="{D31199AE-F5DE-48B1-9352-2766DD7D30AA}" srcOrd="1" destOrd="0" presId="urn:microsoft.com/office/officeart/2005/8/layout/hierarchy3"/>
    <dgm:cxn modelId="{6786F656-E684-431C-A00C-4111975FE07F}" type="presParOf" srcId="{21CE298B-35A6-4D38-A8A7-B5668D850578}" destId="{B80A10AC-77A1-46C7-A3D8-23A50E8F749B}" srcOrd="1" destOrd="0" presId="urn:microsoft.com/office/officeart/2005/8/layout/hierarchy3"/>
    <dgm:cxn modelId="{45372250-E5BA-4BD9-98FC-209FBD8926B6}" type="presParOf" srcId="{B80A10AC-77A1-46C7-A3D8-23A50E8F749B}" destId="{5647F075-E410-4B11-B3CB-1B3C6341C138}" srcOrd="0" destOrd="0" presId="urn:microsoft.com/office/officeart/2005/8/layout/hierarchy3"/>
    <dgm:cxn modelId="{0A0B9389-C25B-4F8D-B487-803D1052F40C}" type="presParOf" srcId="{5647F075-E410-4B11-B3CB-1B3C6341C138}" destId="{6FA3A620-9FB6-4A23-AAC5-6B40399C55CA}" srcOrd="0" destOrd="0" presId="urn:microsoft.com/office/officeart/2005/8/layout/hierarchy3"/>
    <dgm:cxn modelId="{DE577DC5-ED68-4044-9CCE-C4ABB245B5B7}" type="presParOf" srcId="{5647F075-E410-4B11-B3CB-1B3C6341C138}" destId="{655B5643-7F82-4529-98AD-9063DFD0B7EF}" srcOrd="1" destOrd="0" presId="urn:microsoft.com/office/officeart/2005/8/layout/hierarchy3"/>
    <dgm:cxn modelId="{4F753021-4086-4C80-B3BB-C58D263B03A9}" type="presParOf" srcId="{B80A10AC-77A1-46C7-A3D8-23A50E8F749B}" destId="{BAEF931D-AF80-49F0-B049-C2F6B582C43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F08B23F-37DD-47C1-8542-2793800B1468}">
      <dsp:nvSpPr>
        <dsp:cNvPr id="0" name=""/>
        <dsp:cNvSpPr/>
      </dsp:nvSpPr>
      <dsp:spPr>
        <a:xfrm>
          <a:off x="0" y="502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63FD8-8BA3-4DF7-965A-1079ED9E87E1}">
      <dsp:nvSpPr>
        <dsp:cNvPr id="0" name=""/>
        <dsp:cNvSpPr/>
      </dsp:nvSpPr>
      <dsp:spPr>
        <a:xfrm>
          <a:off x="209180" y="156091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2CCF4-9278-41D0-9E07-4E32E6801E63}">
      <dsp:nvSpPr>
        <dsp:cNvPr id="0" name=""/>
        <dsp:cNvSpPr/>
      </dsp:nvSpPr>
      <dsp:spPr>
        <a:xfrm>
          <a:off x="798689" y="502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Our prototype currently includes:</a:t>
          </a:r>
        </a:p>
      </dsp:txBody>
      <dsp:txXfrm>
        <a:off x="798689" y="502"/>
        <a:ext cx="5502911" cy="691506"/>
      </dsp:txXfrm>
    </dsp:sp>
    <dsp:sp modelId="{B2CBE08D-9F41-4313-81B5-1CE3AD6ADCD3}">
      <dsp:nvSpPr>
        <dsp:cNvPr id="0" name=""/>
        <dsp:cNvSpPr/>
      </dsp:nvSpPr>
      <dsp:spPr>
        <a:xfrm>
          <a:off x="0" y="864885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DD0CB7-AEC0-496B-9BAE-F92B4AA2F519}">
      <dsp:nvSpPr>
        <dsp:cNvPr id="0" name=""/>
        <dsp:cNvSpPr/>
      </dsp:nvSpPr>
      <dsp:spPr>
        <a:xfrm>
          <a:off x="209180" y="1020474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7E5D9-63FF-444C-ACE4-4DD8BA59FEDF}">
      <dsp:nvSpPr>
        <dsp:cNvPr id="0" name=""/>
        <dsp:cNvSpPr/>
      </dsp:nvSpPr>
      <dsp:spPr>
        <a:xfrm>
          <a:off x="798689" y="864885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Welcome page </a:t>
          </a:r>
        </a:p>
      </dsp:txBody>
      <dsp:txXfrm>
        <a:off x="798689" y="864885"/>
        <a:ext cx="5502911" cy="691506"/>
      </dsp:txXfrm>
    </dsp:sp>
    <dsp:sp modelId="{55E84289-DFFC-4191-B327-AA42374FD359}">
      <dsp:nvSpPr>
        <dsp:cNvPr id="0" name=""/>
        <dsp:cNvSpPr/>
      </dsp:nvSpPr>
      <dsp:spPr>
        <a:xfrm>
          <a:off x="0" y="1729268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E2858-D731-46A4-88EE-F84F78C245EF}">
      <dsp:nvSpPr>
        <dsp:cNvPr id="0" name=""/>
        <dsp:cNvSpPr/>
      </dsp:nvSpPr>
      <dsp:spPr>
        <a:xfrm>
          <a:off x="209180" y="1884857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F67BD-06AF-42AB-8FAC-B2D95203145D}">
      <dsp:nvSpPr>
        <dsp:cNvPr id="0" name=""/>
        <dsp:cNvSpPr/>
      </dsp:nvSpPr>
      <dsp:spPr>
        <a:xfrm>
          <a:off x="798689" y="1729268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How to Play section </a:t>
          </a:r>
        </a:p>
      </dsp:txBody>
      <dsp:txXfrm>
        <a:off x="798689" y="1729268"/>
        <a:ext cx="5502911" cy="691506"/>
      </dsp:txXfrm>
    </dsp:sp>
    <dsp:sp modelId="{4F6AC273-FA4B-4CB9-94B0-2EA363C75190}">
      <dsp:nvSpPr>
        <dsp:cNvPr id="0" name=""/>
        <dsp:cNvSpPr/>
      </dsp:nvSpPr>
      <dsp:spPr>
        <a:xfrm>
          <a:off x="0" y="2593651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BC3A3-A099-44E8-95FF-7FA569ED6108}">
      <dsp:nvSpPr>
        <dsp:cNvPr id="0" name=""/>
        <dsp:cNvSpPr/>
      </dsp:nvSpPr>
      <dsp:spPr>
        <a:xfrm>
          <a:off x="209180" y="2749240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0F2F1-53FD-4BD0-9B0E-44A5DC1D7EA3}">
      <dsp:nvSpPr>
        <dsp:cNvPr id="0" name=""/>
        <dsp:cNvSpPr/>
      </dsp:nvSpPr>
      <dsp:spPr>
        <a:xfrm>
          <a:off x="798689" y="2593651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First quiz challenge </a:t>
          </a:r>
        </a:p>
      </dsp:txBody>
      <dsp:txXfrm>
        <a:off x="798689" y="2593651"/>
        <a:ext cx="5502911" cy="691506"/>
      </dsp:txXfrm>
    </dsp:sp>
    <dsp:sp modelId="{DBC30280-6F22-4AEB-A2DD-B9163EDC69F7}">
      <dsp:nvSpPr>
        <dsp:cNvPr id="0" name=""/>
        <dsp:cNvSpPr/>
      </dsp:nvSpPr>
      <dsp:spPr>
        <a:xfrm>
          <a:off x="0" y="3458034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47883-3D17-43A2-AE95-0CD94D2C7BB2}">
      <dsp:nvSpPr>
        <dsp:cNvPr id="0" name=""/>
        <dsp:cNvSpPr/>
      </dsp:nvSpPr>
      <dsp:spPr>
        <a:xfrm>
          <a:off x="209180" y="3613623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5B6F0-9B12-4D94-A383-30BD852AB80F}">
      <dsp:nvSpPr>
        <dsp:cNvPr id="0" name=""/>
        <dsp:cNvSpPr/>
      </dsp:nvSpPr>
      <dsp:spPr>
        <a:xfrm>
          <a:off x="798689" y="3458034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Feedback system </a:t>
          </a:r>
        </a:p>
      </dsp:txBody>
      <dsp:txXfrm>
        <a:off x="798689" y="3458034"/>
        <a:ext cx="5502911" cy="691506"/>
      </dsp:txXfrm>
    </dsp:sp>
    <dsp:sp modelId="{B459C852-AE2B-4E8E-9F04-A48C33388490}">
      <dsp:nvSpPr>
        <dsp:cNvPr id="0" name=""/>
        <dsp:cNvSpPr/>
      </dsp:nvSpPr>
      <dsp:spPr>
        <a:xfrm>
          <a:off x="0" y="4322417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96902-6FD7-4EE0-AD52-78C5F7F05A84}">
      <dsp:nvSpPr>
        <dsp:cNvPr id="0" name=""/>
        <dsp:cNvSpPr/>
      </dsp:nvSpPr>
      <dsp:spPr>
        <a:xfrm>
          <a:off x="209180" y="4478006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422F9-13A3-4322-9233-6A0EE36C74D7}">
      <dsp:nvSpPr>
        <dsp:cNvPr id="0" name=""/>
        <dsp:cNvSpPr/>
      </dsp:nvSpPr>
      <dsp:spPr>
        <a:xfrm>
          <a:off x="798689" y="4322417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Rewards and score display </a:t>
          </a:r>
        </a:p>
      </dsp:txBody>
      <dsp:txXfrm>
        <a:off x="798689" y="4322417"/>
        <a:ext cx="5502911" cy="691506"/>
      </dsp:txXfrm>
    </dsp:sp>
    <dsp:sp modelId="{CA3070AD-5F09-4501-8CFA-6FB4C07CEA38}">
      <dsp:nvSpPr>
        <dsp:cNvPr id="0" name=""/>
        <dsp:cNvSpPr/>
      </dsp:nvSpPr>
      <dsp:spPr>
        <a:xfrm>
          <a:off x="0" y="5186800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30453-D390-425D-8D18-E0FBF3EB7398}">
      <dsp:nvSpPr>
        <dsp:cNvPr id="0" name=""/>
        <dsp:cNvSpPr/>
      </dsp:nvSpPr>
      <dsp:spPr>
        <a:xfrm>
          <a:off x="209180" y="5342389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D518A-0445-4D00-8326-99AE1F250191}">
      <dsp:nvSpPr>
        <dsp:cNvPr id="0" name=""/>
        <dsp:cNvSpPr/>
      </dsp:nvSpPr>
      <dsp:spPr>
        <a:xfrm>
          <a:off x="798689" y="5186800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Players can answer questions and immediately see feedback.”</a:t>
          </a:r>
        </a:p>
      </dsp:txBody>
      <dsp:txXfrm>
        <a:off x="798689" y="5186800"/>
        <a:ext cx="5502911" cy="69150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33E76BD-8BB4-4F17-91DF-F31AF341934D}">
      <dsp:nvSpPr>
        <dsp:cNvPr id="0" name=""/>
        <dsp:cNvSpPr/>
      </dsp:nvSpPr>
      <dsp:spPr>
        <a:xfrm>
          <a:off x="0" y="462604"/>
          <a:ext cx="6301601" cy="748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In the future, we plan to:</a:t>
          </a:r>
        </a:p>
      </dsp:txBody>
      <dsp:txXfrm>
        <a:off x="0" y="462604"/>
        <a:ext cx="6301601" cy="748800"/>
      </dsp:txXfrm>
    </dsp:sp>
    <dsp:sp modelId="{C67F202B-345E-4BAB-9DED-F3947E0689DE}">
      <dsp:nvSpPr>
        <dsp:cNvPr id="0" name=""/>
        <dsp:cNvSpPr/>
      </dsp:nvSpPr>
      <dsp:spPr>
        <a:xfrm>
          <a:off x="0" y="1303564"/>
          <a:ext cx="6301601" cy="748800"/>
        </a:xfrm>
        <a:prstGeom prst="roundRect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Add more levels </a:t>
          </a:r>
        </a:p>
      </dsp:txBody>
      <dsp:txXfrm>
        <a:off x="0" y="1303564"/>
        <a:ext cx="6301601" cy="748800"/>
      </dsp:txXfrm>
    </dsp:sp>
    <dsp:sp modelId="{054CF14E-F11B-448A-95F7-889884D99325}">
      <dsp:nvSpPr>
        <dsp:cNvPr id="0" name=""/>
        <dsp:cNvSpPr/>
      </dsp:nvSpPr>
      <dsp:spPr>
        <a:xfrm>
          <a:off x="0" y="2144524"/>
          <a:ext cx="6301601" cy="748800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Add animations and sounds </a:t>
          </a:r>
        </a:p>
      </dsp:txBody>
      <dsp:txXfrm>
        <a:off x="0" y="2144524"/>
        <a:ext cx="6301601" cy="748800"/>
      </dsp:txXfrm>
    </dsp:sp>
    <dsp:sp modelId="{BF7DA37C-720C-45A6-ABE0-EC69B08DA592}">
      <dsp:nvSpPr>
        <dsp:cNvPr id="0" name=""/>
        <dsp:cNvSpPr/>
      </dsp:nvSpPr>
      <dsp:spPr>
        <a:xfrm>
          <a:off x="0" y="2985484"/>
          <a:ext cx="6301601" cy="748800"/>
        </a:xfrm>
        <a:prstGeom prst="roundRect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Improve the design </a:t>
          </a:r>
        </a:p>
      </dsp:txBody>
      <dsp:txXfrm>
        <a:off x="0" y="2985484"/>
        <a:ext cx="6301601" cy="748800"/>
      </dsp:txXfrm>
    </dsp:sp>
    <dsp:sp modelId="{10202C56-59A0-471C-B165-B04A9243EA07}">
      <dsp:nvSpPr>
        <dsp:cNvPr id="0" name=""/>
        <dsp:cNvSpPr/>
      </dsp:nvSpPr>
      <dsp:spPr>
        <a:xfrm>
          <a:off x="0" y="3826444"/>
          <a:ext cx="6301601" cy="748800"/>
        </a:xfrm>
        <a:prstGeom prst="roundRect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Add more cyber-security topics </a:t>
          </a:r>
        </a:p>
      </dsp:txBody>
      <dsp:txXfrm>
        <a:off x="0" y="3826444"/>
        <a:ext cx="6301601" cy="748800"/>
      </dsp:txXfrm>
    </dsp:sp>
    <dsp:sp modelId="{D9F83046-F58A-4AC8-93C7-978E762BDA2D}">
      <dsp:nvSpPr>
        <dsp:cNvPr id="0" name=""/>
        <dsp:cNvSpPr/>
      </dsp:nvSpPr>
      <dsp:spPr>
        <a:xfrm>
          <a:off x="0" y="4667404"/>
          <a:ext cx="6301601" cy="74880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Add rewards and scored system</a:t>
          </a:r>
        </a:p>
      </dsp:txBody>
      <dsp:txXfrm>
        <a:off x="0" y="4667404"/>
        <a:ext cx="6301601" cy="74880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D19164C-0FFE-49BA-A8BD-F49EAB5DCCDF}">
      <dsp:nvSpPr>
        <dsp:cNvPr id="0" name=""/>
        <dsp:cNvSpPr/>
      </dsp:nvSpPr>
      <dsp:spPr>
        <a:xfrm>
          <a:off x="813" y="1986381"/>
          <a:ext cx="2962313" cy="14811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CybShield is designed to help children learn cyber safety in a fun and interactive way.</a:t>
          </a:r>
        </a:p>
      </dsp:txBody>
      <dsp:txXfrm>
        <a:off x="813" y="1986381"/>
        <a:ext cx="2962313" cy="1481156"/>
      </dsp:txXfrm>
    </dsp:sp>
    <dsp:sp modelId="{6FA3A620-9FB6-4A23-AAC5-6B40399C55CA}">
      <dsp:nvSpPr>
        <dsp:cNvPr id="0" name=""/>
        <dsp:cNvSpPr/>
      </dsp:nvSpPr>
      <dsp:spPr>
        <a:xfrm>
          <a:off x="3703705" y="1986381"/>
          <a:ext cx="2962313" cy="14811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Our goal is to help young users become smarter and safer online.</a:t>
          </a:r>
        </a:p>
      </dsp:txBody>
      <dsp:txXfrm>
        <a:off x="3703705" y="1986381"/>
        <a:ext cx="2962313" cy="1481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85A03A-35F1-C1F7-0D1F-9E457949B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E905A55-E71D-06D9-68BD-0398E76A9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E1B67E-2BFB-6BCF-481E-4E591A57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09B6AF-36CA-D440-E27A-E35ADE72D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1A3185-0B53-7687-42E3-F27918B3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377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E20DD8-6511-16FC-2BD5-2C1710FD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1902AD-304D-5F68-3494-CFEAC414C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FBCB71-186D-EBD9-58DA-393B371C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D7D812-4ACB-AA4F-AA8D-61EDFB36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96BED9-1C49-1E82-B5D8-0C7B5725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552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6A2AA2-6455-3ADB-0836-9F07BF85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2A6430-8E92-5834-4EAA-74CFC8CFE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12D3A3-399A-3574-F280-C89DB35F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008DCE-A76A-4426-1364-56D4EB99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40E0B1-FC99-736B-3847-CB41C54F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694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D1F61A-43D3-441E-CBCC-5EF8C514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F69F17-B860-0170-D13D-83F8C022A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6EE55B6-1C91-76C0-E742-0BAD61EF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EA721-A1D0-93E0-089F-078D4CDD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B64A8D9-E4EC-2670-0194-CEA9B074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465830A-C0BD-7FF5-02F9-8029F74D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022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793061-094D-02EB-E7BA-D44BD87D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DBDC92D-BE25-407F-3CAA-F176CAB87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EC81753-CEDB-DF4C-1ADD-1934004D2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76F8EF7-B5B2-EC05-818C-491DA7C57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011ECD0-B0D9-6BEF-EE0B-00370A32F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85A89AC-8534-F17B-D6EC-CA804870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E2DA40C-0496-E37F-C482-0A02DC35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B8ECA88-BA05-5D5F-6C51-A8A90504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530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AB3C4F-F5F1-1079-E61B-EC0DC768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7778E37-772A-4A71-9C82-386F9C4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C2888AD-8BB5-C7FC-4A5C-24A1A788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9FA8F14-056F-45A7-22A4-7F5AABE7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5243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A50744A-EF5C-1C6D-CB83-39A08456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7F6BF54-73DD-CE6C-5B1D-AD8B6EAC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B07F43A-2D7F-F178-2C32-CDAE88C0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342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845EC2-C8E2-4CE8-F835-182D1CF5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68CD9F-0596-0F58-BCCA-942AD0D60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A32E8D-F969-23BD-7F81-24A350544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6A75E8-BA92-50DC-D5CA-BC4BCA7D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A014468-0CF5-1BB0-33C6-17B6BFF9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50780B-0596-65B6-78ED-5F871121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334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4F11DA-3131-E384-28D6-8C7DF10F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D8D4A86-9D4C-7942-B56A-A1404F610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8A16298-D4FA-ED7F-7870-3DAB5B8A4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63304B-9C43-0ADA-92F9-03F9A2A6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1B0282-B214-670A-1F4D-42202BAC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16D157-C9AF-8969-4D36-9E5BB3FE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486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5232C6-417F-6552-2C0D-2C050B0E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AD44A63-18AD-5AC6-7ED8-0E253E408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5A8416-536B-D7BA-955B-E66F8430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ACA34D-E5EC-E88F-7687-0FECAEB6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F90EC93-E2F7-DBBB-0BE6-BD14A5BB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074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CB90CCD-263F-34BE-6647-6D8B2EE25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FC30A62-7714-5D50-9993-912BAE471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593E2D-A666-1CFF-D4D8-8CC32DEC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AA5C76-C274-A506-85BB-1DA2FD54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70BE7A-828D-3021-43C9-27264AE5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115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60123CC-EDA6-0F5C-457E-F9D7A5D6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0624C8A-B921-EF74-E8E3-54852034B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69C45A-4E71-8430-31A5-32520EA7E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C0191-56BF-7141-AF61-1C4D23F48773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7BF0FB-513A-4445-9FF0-48FD7222E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0A1D5A-DC51-B36D-3A9F-5109C5191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5B53D-DEF3-9C45-8E31-6965ED9232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8652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1E020063-2385-44AC-BD67-258E1F0B9F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7E014A0B-5338-4077-AFE9-A90D04D44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DF1402-A598-0A82-F3CD-5C19202E2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76" y="1261423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CybShield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78127680-150F-4A90-9950-F663925781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5088F97A-8362-4967-B664-D748B846EC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30F9DEDE-4318-412A-81C5-C8C90F6897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9E97DE9-7844-4707-8928-1CD88ADB72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EC58954E-44A5-4A0D-97A9-8A2BB43D683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3" name="Subtitle 2">
            <a:extLst>
              <a:ext uri="{FF2B5EF4-FFF2-40B4-BE49-F238E27FC236}">
                <a16:creationId xmlns:a16="http://schemas.microsoft.com/office/drawing/2014/main" xmlns="" id="{009411AA-FE02-ADCC-2715-FBE3102B0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827419"/>
            <a:ext cx="5126896" cy="32276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                                                        By the team THeCreative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                                  Pawan Sunar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                                    Misha Tamang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                               Krishna Sah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                                          Yosheph Tamang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                                       Priksha Rawat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466920E5-8640-4C24-A775-8647637094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2CBA3142-5A82-43CE-87A2-EB14B17A51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AEF5A1C7-9938-4A33-A5A4-2B05353B311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262A936D-E9F6-4A68-82C2-1D1CC77722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C68A9229-BBBE-4934-9700-BA72A1BB03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A4E52B3-16F6-A60F-EBFC-EF2543E3E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666014"/>
            <a:ext cx="4954693" cy="15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031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45CC1D-142E-5133-E19D-6E175201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     Game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FA779B-6378-7529-092B-DAC4C845D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CybShield is a fun and interactive web-based quiz game.</a:t>
            </a:r>
          </a:p>
          <a:p>
            <a:r>
              <a:rPr lang="en-US" sz="2000"/>
              <a:t>The purpose of the game is to teach children about cyber safety using simple challenges and quiz questions.</a:t>
            </a:r>
          </a:p>
          <a:p>
            <a:r>
              <a:rPr lang="en-US" sz="2000"/>
              <a:t>Players will answer questions, receive feedback, earn rewards, and learn how to stay safe online.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Colorful boardgame">
            <a:extLst>
              <a:ext uri="{FF2B5EF4-FFF2-40B4-BE49-F238E27FC236}">
                <a16:creationId xmlns:a16="http://schemas.microsoft.com/office/drawing/2014/main" xmlns="" id="{EDBC385F-D5FF-36EA-2FBA-A5FB33F1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7" r="2002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77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86C1C3-AD9C-D917-63D3-381264F9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 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BE0BD1-28DA-C299-23E9-119323F29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100"/>
              <a:t>Our target audience is children aged 10 to 15 years old.</a:t>
            </a: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/>
              <a:t>We selected this age group because many children use mobile phones, games, and social media but may not fully understand online dangers.</a:t>
            </a: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/>
              <a:t>To make the game suitable for them, we used:</a:t>
            </a:r>
          </a:p>
          <a:p>
            <a:r>
              <a:rPr lang="en-US" sz="1100"/>
              <a:t>Bright colours </a:t>
            </a:r>
          </a:p>
          <a:p>
            <a:r>
              <a:rPr lang="en-US" sz="1100"/>
              <a:t>Simple instructions </a:t>
            </a:r>
          </a:p>
          <a:p>
            <a:r>
              <a:rPr lang="en-US" sz="1100"/>
              <a:t>Large buttons </a:t>
            </a:r>
          </a:p>
          <a:p>
            <a:r>
              <a:rPr lang="en-US" sz="1100"/>
              <a:t>Easy navigation </a:t>
            </a:r>
          </a:p>
          <a:p>
            <a:r>
              <a:rPr lang="en-US" sz="1100"/>
              <a:t>Reward systems </a:t>
            </a:r>
          </a:p>
          <a:p>
            <a:pPr marL="0" indent="0">
              <a:buNone/>
            </a:pPr>
            <a:r>
              <a:rPr lang="en-US" sz="1100"/>
              <a:t>The game is designed to be fun, educational, and easy to understand.”</a:t>
            </a:r>
          </a:p>
          <a:p>
            <a:pPr marL="0" indent="0">
              <a:buNone/>
            </a:pPr>
            <a:r>
              <a:rPr lang="en-US" sz="1100"/>
              <a:t/>
            </a:r>
            <a:br>
              <a:rPr lang="en-US" sz="1100"/>
            </a:br>
            <a:endParaRPr lang="en-US" sz="1100"/>
          </a:p>
          <a:p>
            <a:endParaRPr lang="en-US" sz="1100"/>
          </a:p>
        </p:txBody>
      </p:sp>
      <p:pic>
        <p:nvPicPr>
          <p:cNvPr id="5" name="Picture 4" descr="Colorful math learning objects">
            <a:extLst>
              <a:ext uri="{FF2B5EF4-FFF2-40B4-BE49-F238E27FC236}">
                <a16:creationId xmlns:a16="http://schemas.microsoft.com/office/drawing/2014/main" xmlns="" id="{7C82F74C-59B3-559B-1666-FC40CB88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27" r="2667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207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446FF9-323D-FD0F-0665-6D660D69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Cyber-Safety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D7B7BB-0099-F71A-F51D-4D9F15ADA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Our cyber-safety topic is Two-Factor Authentication, also known as 2FA.</a:t>
            </a:r>
          </a:p>
          <a:p>
            <a:pPr marL="0" indent="0">
              <a:buNone/>
            </a:pPr>
            <a:r>
              <a:rPr lang="en-US" sz="2000"/>
              <a:t>2FA helps protect accounts by adding an extra security step during login.</a:t>
            </a:r>
          </a:p>
          <a:p>
            <a:pPr marL="0" indent="0">
              <a:buNone/>
            </a:pPr>
            <a:r>
              <a:rPr lang="en-US" sz="2000"/>
              <a:t>In our game, players learn:</a:t>
            </a:r>
          </a:p>
          <a:p>
            <a:r>
              <a:rPr lang="en-US" sz="2000"/>
              <a:t>Why 2FA is important </a:t>
            </a:r>
          </a:p>
          <a:p>
            <a:r>
              <a:rPr lang="en-US" sz="2000"/>
              <a:t>How hackers steal passwords </a:t>
            </a:r>
          </a:p>
          <a:p>
            <a:r>
              <a:rPr lang="en-US" sz="2000"/>
              <a:t>How to stay safe online </a:t>
            </a:r>
          </a:p>
          <a:p>
            <a:r>
              <a:rPr lang="en-US" sz="2000"/>
              <a:t>How to identify fake login attempts and phishing scams”</a:t>
            </a:r>
          </a:p>
          <a:p>
            <a:endParaRPr lang="en-US" sz="200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xmlns="" id="{0DC529EA-84CB-5038-89AF-9E253B0FD9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64" r="31216" b="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1607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743F96-34F1-8963-DE71-CBE95F0D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Game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F6B845-6164-6B21-271F-240DA7B2C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Our game includes:</a:t>
            </a:r>
          </a:p>
          <a:p>
            <a:r>
              <a:rPr lang="en-US" sz="2000"/>
              <a:t>Quiz levels </a:t>
            </a:r>
          </a:p>
          <a:p>
            <a:r>
              <a:rPr lang="en-US" sz="2000"/>
              <a:t>Feedback messages </a:t>
            </a:r>
          </a:p>
          <a:p>
            <a:r>
              <a:rPr lang="en-US" sz="2000"/>
              <a:t>Coins and rewards </a:t>
            </a:r>
          </a:p>
          <a:p>
            <a:r>
              <a:rPr lang="en-US" sz="2000"/>
              <a:t>Hero selection </a:t>
            </a:r>
          </a:p>
          <a:p>
            <a:r>
              <a:rPr lang="en-US" sz="2000"/>
              <a:t>Score system </a:t>
            </a:r>
          </a:p>
          <a:p>
            <a:r>
              <a:rPr lang="en-US" sz="2000"/>
              <a:t>Cyber-security challenges </a:t>
            </a:r>
          </a:p>
          <a:p>
            <a:pPr marL="0" indent="0">
              <a:buNone/>
            </a:pPr>
            <a:r>
              <a:rPr lang="en-US" sz="2000"/>
              <a:t>Players earn points and rewards when they choose the safest answer.</a:t>
            </a:r>
          </a:p>
          <a:p>
            <a:endParaRPr lang="en-US" sz="2000"/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xmlns="" id="{63A8CF78-8862-EE63-7C4A-2F3E97F0F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1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095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29F43D-378F-7F6A-F288-CA62EE00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UX &amp;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5BFFF5-ABC8-BC1D-21C8-6F2B9631E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To make the game suitable for children, we used:</a:t>
            </a:r>
          </a:p>
          <a:p>
            <a:r>
              <a:rPr lang="en-US" sz="2000"/>
              <a:t>Bright and friendly colours</a:t>
            </a:r>
          </a:p>
          <a:p>
            <a:r>
              <a:rPr lang="en-US" sz="2000"/>
              <a:t>Readable fonts </a:t>
            </a:r>
          </a:p>
          <a:p>
            <a:r>
              <a:rPr lang="en-US" sz="2000"/>
              <a:t>Large buttons </a:t>
            </a:r>
          </a:p>
          <a:p>
            <a:r>
              <a:rPr lang="en-US" sz="2000"/>
              <a:t>Simple text </a:t>
            </a:r>
          </a:p>
          <a:p>
            <a:r>
              <a:rPr lang="en-US" sz="2000"/>
              <a:t>Clear instructions </a:t>
            </a:r>
          </a:p>
          <a:p>
            <a:pPr marL="0" indent="0">
              <a:buNone/>
            </a:pPr>
            <a:r>
              <a:rPr lang="en-US" sz="2000"/>
              <a:t>We also designed the game to be easy to navigate and accessible for all players.</a:t>
            </a:r>
          </a:p>
          <a:p>
            <a:endParaRPr lang="en-US" sz="2000"/>
          </a:p>
        </p:txBody>
      </p:sp>
      <p:pic>
        <p:nvPicPr>
          <p:cNvPr id="5" name="Picture 4" descr="Toy plastic numbers">
            <a:extLst>
              <a:ext uri="{FF2B5EF4-FFF2-40B4-BE49-F238E27FC236}">
                <a16:creationId xmlns:a16="http://schemas.microsoft.com/office/drawing/2014/main" xmlns="" id="{CF73D5D0-4847-A718-AFFB-ED58D7ABF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20" r="2337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0646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2C868-D778-7342-7E8F-45A7F993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8C3F7C-A6C8-C0D0-2324-ACCD9ED95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We used:</a:t>
            </a:r>
          </a:p>
          <a:p>
            <a:r>
              <a:rPr lang="en-US" sz="2000"/>
              <a:t>HTML </a:t>
            </a:r>
          </a:p>
          <a:p>
            <a:r>
              <a:rPr lang="en-US" sz="2000"/>
              <a:t>CSS </a:t>
            </a:r>
          </a:p>
          <a:p>
            <a:r>
              <a:rPr lang="en-US" sz="2000"/>
              <a:t>JavaScript </a:t>
            </a:r>
          </a:p>
          <a:p>
            <a:r>
              <a:rPr lang="en-US" sz="2000"/>
              <a:t>Visual Studio Code </a:t>
            </a:r>
          </a:p>
          <a:p>
            <a:r>
              <a:rPr lang="en-US" sz="2000"/>
              <a:t>GitHub </a:t>
            </a:r>
          </a:p>
          <a:p>
            <a:pPr marL="0" indent="0">
              <a:buNone/>
            </a:pPr>
            <a:r>
              <a:rPr lang="en-US" sz="2000"/>
              <a:t>We selected these tools because they are simple, flexible, and suitable for creating an interactive web-based game.”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xmlns="" id="{358EF0F7-B8E8-EA22-D91F-510CAD0E5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r="4018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007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C541B88-1AE9-40C3-AFD5-967787C197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5F17139-31EE-46AC-B04F-DBBD852DD6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36A480-4A50-588D-8695-0BEFBD5E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Prototype Demo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xmlns="" id="{7CF625D3-71A3-4F30-A096-8EF334E959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C6754E2F-F56E-4BA3-99DD-8EBF110E343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24A69059-7C49-49C6-B071-F2A9B558E0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9D16701-DA76-4F72-BB63-E2C3FFBDFE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1CC28BE1-9DC6-43FE-9582-39F091098D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xmlns="" id="{AF9AF3F3-CE0C-4125-BDD7-346487FA0B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B31DFBFA-CF4D-4940-9086-26F83E5C6B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27854033-BD20-4C77-8C5B-048F4B3BDD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BC93AA74-BEB3-444F-835B-7AA6ECE617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xmlns="" id="{F00DF1C9-6952-4704-B8B3-95406E18E4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xmlns="" id="{B34783FD-297C-40D2-964B-DBAE4DE283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E621623-0357-4FD5-A1AC-4005010259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024F346E-10A0-458F-A9CA-8C0079472F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7937A2F7-01A9-47F3-BED6-B61D998408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5B44DAF8-5073-441A-82E1-180385D35F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52B0413D-0E36-4A90-8E6A-9EDC676A607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86059ECF-0D50-48AD-B67A-645EC29D33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B394906F-6BF2-447E-9886-F12708E128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A45EB96B-215A-4EBF-A594-2B08222339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A114B58C-C90B-EA41-20D3-8C94AFF7C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8575120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88422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C541B88-1AE9-40C3-AFD5-967787C197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5F17139-31EE-46AC-B04F-DBBD852DD6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379F09-9EF1-8937-4AB5-5DFD99E1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Challenges &amp; Improvements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xmlns="" id="{7CF625D3-71A3-4F30-A096-8EF334E959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C6754E2F-F56E-4BA3-99DD-8EBF110E343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24A69059-7C49-49C6-B071-F2A9B558E0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9D16701-DA76-4F72-BB63-E2C3FFBDFE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1CC28BE1-9DC6-43FE-9582-39F091098D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xmlns="" id="{AF9AF3F3-CE0C-4125-BDD7-346487FA0B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B31DFBFA-CF4D-4940-9086-26F83E5C6B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27854033-BD20-4C77-8C5B-048F4B3BDD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BC93AA74-BEB3-444F-835B-7AA6ECE617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xmlns="" id="{F00DF1C9-6952-4704-B8B3-95406E18E4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xmlns="" id="{B34783FD-297C-40D2-964B-DBAE4DE283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E621623-0357-4FD5-A1AC-4005010259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024F346E-10A0-458F-A9CA-8C0079472F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7937A2F7-01A9-47F3-BED6-B61D998408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5B44DAF8-5073-441A-82E1-180385D35F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52B0413D-0E36-4A90-8E6A-9EDC676A607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86059ECF-0D50-48AD-B67A-645EC29D33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B394906F-6BF2-447E-9886-F12708E128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A45EB96B-215A-4EBF-A594-2B08222339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A1060D2F-F013-33B3-64B1-4936D3CF9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46828279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54155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56B2C21-A230-48C0-8DF1-C46611373C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847E18C-932D-4C95-AABA-FEC7C9499A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150CB11-0C61-439E-910F-5787759E72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43F8A58B-5155-44CE-A5FF-7647B47D0A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43F2ACA-E6D6-4028-82DD-F03C262D5D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8891DA-1A21-39A7-04CD-C6CA98D0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7F3658DF-DC21-9E7C-9B5E-81BE3293A2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1982491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56886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401</Words>
  <Application>Microsoft Office PowerPoint</Application>
  <PresentationFormat>Custom</PresentationFormat>
  <Paragraphs>77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CybShield</vt:lpstr>
      <vt:lpstr>     Game Concept</vt:lpstr>
      <vt:lpstr> Target Audience</vt:lpstr>
      <vt:lpstr>Cyber-Safety Topic</vt:lpstr>
      <vt:lpstr>Game Features</vt:lpstr>
      <vt:lpstr>UX &amp; Accessibility</vt:lpstr>
      <vt:lpstr>Tools Used</vt:lpstr>
      <vt:lpstr>Prototype Demo</vt:lpstr>
      <vt:lpstr>Challenges &amp; Improvements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CybShield</dc:title>
  <dc:creator>Priksha Rawat</dc:creator>
  <cp:lastModifiedBy>Corporate Edition</cp:lastModifiedBy>
  <cp:revision>3</cp:revision>
  <dcterms:created xsi:type="dcterms:W3CDTF">2026-05-21T14:48:56Z</dcterms:created>
  <dcterms:modified xsi:type="dcterms:W3CDTF">2026-05-21T15:55:37Z</dcterms:modified>
</cp:coreProperties>
</file>