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-72" y="-3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2794-C87B-6B9E-32B1-984CD31F2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42E4A5-2664-5729-AE40-3EEEF1595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ABDEBA-09EE-A99A-2E01-C1F92DA7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57A1EB-A0E3-06C2-6EC5-6AC429CE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E89E28-921E-1911-EE86-760755E9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4795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C3F2D6-B537-95B3-3B64-002449B4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C559BC-90A1-BD2C-849D-C3B0BE164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F2E353-93F1-B6F0-3398-69B54BC2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D50F56E-7D36-645D-1C9E-F52E67B9E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7C39FB-E675-B756-120B-B80A9548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815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B83377-3120-AFDF-057A-2FD2F83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F32D143-9A3A-AEF8-17F2-980C56DE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8B8D69-B283-4D68-DE31-7C2819E4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46514E-690F-2996-0B23-0F57C365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6EB91B-3207-B48C-4365-4DB5F4BF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85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F4E70F-7C2A-88C1-9CAD-CA93DE21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6FB13F-CDE2-9018-DFDE-7A88ABFE3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BF93C74-D4C1-A67E-3C31-3A1FEBAD4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E68897-FDD9-024D-17D6-6BABD89A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9AD33B-5D78-25D7-0C60-2E9484F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1824DC-74B0-A688-C49A-BE6F34FD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5317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A7A48E-E25C-6D5E-5207-92164ACE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928749F-A1EA-7166-B865-265AE5742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A443B07-CAC9-896B-B2B8-F63D7722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29CD880-25D6-D319-EE6E-75DD5071E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68ABC11-9408-4B90-9E16-D60891714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6578A8-8EB7-2E64-3636-48447C1C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F4DB2BE-F3AF-A2D9-23F8-9941917D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9752817-A075-7AA5-3BF3-9CCB148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090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EAB99F-93A4-B27F-89B8-AA1637F3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C4DE7AF-44BF-6B7A-FC15-FA9089D1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9267B49-971F-B828-1232-214B67FD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157028C-6C90-F4FF-415C-315EB35D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3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41C59A2-6721-D54F-244E-4B450547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132BF55-FD40-3A83-F2E7-EB3308B2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DA4925-2D72-F79E-67AE-9F043EB1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739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26B2-24E0-ACB2-B4D7-6C2BF4F3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CD133E-FEDF-BBA2-5F6B-292D452F2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AE239C-F2A4-B6E4-7620-36CDC316D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19E103-6304-B47F-7D2D-E3BE5926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D60DA65-2362-96EA-B455-C18BC026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E311D4-1BC7-D9D1-9BEA-614FAC90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707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05D171-D33D-66C6-8786-B3E6210B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B257B2F-2CD4-7783-8C30-37CD6A7B4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E943E20-11BB-313E-27BD-26850F032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28533B7-1EDD-E881-31FD-C7F010A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6F7DBE-BDB0-F0A0-2434-C44DD02E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9A51C3-DB04-0441-9730-3DD2DA27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57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6DCADB-253B-4EFE-75D2-EDC7E517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289A6D-383C-698E-2815-C213061E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E2AEF1-4B02-EB5A-49CD-2A9C7CE0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D9E4E1-EF79-FE1A-0D40-9AB654BA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DF5EE2-FEC5-6E1C-BF7B-572E3F4A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106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68EB671-1D96-0B5B-FAEB-1B7561C20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EFD7A7-0F98-E06E-54BF-A559C8117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8DC731-ACC3-1189-8E05-BCFA1C97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B52B6C-E3F4-3AD0-678E-40CE0D0F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EF1311-F371-630D-92F8-32FAF6B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927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135BDDF-DF41-2E52-2F9B-46F76742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42D22F1-0C29-BFAC-6DB3-151A724D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CBA8A0-8AE3-3625-78B5-F81C99E18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B7EE3-3E36-47FE-9500-761F228D44F6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82FDEB-4C9D-5520-D1F1-999693DC7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24FD06-6EE7-2A7E-3542-7F1DE87E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EB68B-04AC-4808-A816-E13860CCCA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225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0F48C7D-C30B-875E-7FC5-6118C8F26E5C}"/>
              </a:ext>
            </a:extLst>
          </p:cNvPr>
          <p:cNvSpPr txBox="1"/>
          <p:nvPr/>
        </p:nvSpPr>
        <p:spPr>
          <a:xfrm>
            <a:off x="1632030" y="1353685"/>
            <a:ext cx="9722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Misunderstanding Between Team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7F94F16-1CC4-EC64-1B6A-E736014E8275}"/>
              </a:ext>
            </a:extLst>
          </p:cNvPr>
          <p:cNvSpPr txBox="1"/>
          <p:nvPr/>
        </p:nvSpPr>
        <p:spPr>
          <a:xfrm>
            <a:off x="4377160" y="2224268"/>
            <a:ext cx="3725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 the team    </a:t>
            </a:r>
            <a:r>
              <a:rPr lang="en-US" sz="3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US" sz="2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B3096D4-2744-7BD1-0018-FE8A3C6218E1}"/>
              </a:ext>
            </a:extLst>
          </p:cNvPr>
          <p:cNvSpPr txBox="1"/>
          <p:nvPr/>
        </p:nvSpPr>
        <p:spPr>
          <a:xfrm>
            <a:off x="1415004" y="3553428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77826F9-DD8C-0BE3-EBE4-FC3B0AE3DE33}"/>
              </a:ext>
            </a:extLst>
          </p:cNvPr>
          <p:cNvSpPr txBox="1"/>
          <p:nvPr/>
        </p:nvSpPr>
        <p:spPr>
          <a:xfrm>
            <a:off x="3292636" y="3608265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2DF2FA7-2EAF-3107-448E-378572C296F4}"/>
              </a:ext>
            </a:extLst>
          </p:cNvPr>
          <p:cNvSpPr txBox="1"/>
          <p:nvPr/>
        </p:nvSpPr>
        <p:spPr>
          <a:xfrm>
            <a:off x="8028489" y="3679626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1CAA3A2-1B5E-ADA9-DCD3-6811EEC23B3A}"/>
              </a:ext>
            </a:extLst>
          </p:cNvPr>
          <p:cNvSpPr txBox="1"/>
          <p:nvPr/>
        </p:nvSpPr>
        <p:spPr>
          <a:xfrm>
            <a:off x="9978343" y="3611302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34696E9-6D27-2689-0A6B-091B5E86E6C2}"/>
              </a:ext>
            </a:extLst>
          </p:cNvPr>
          <p:cNvSpPr txBox="1"/>
          <p:nvPr/>
        </p:nvSpPr>
        <p:spPr>
          <a:xfrm>
            <a:off x="5553196" y="3608265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xmlns="" val="372740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4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3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" tmFilter="0, 0; 0.125,0.2665; 0.25,0.4; 0.375,0.465; 0.5,0.5;  0.625,0.535; 0.75,0.6; 0.875,0.7335; 1,1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" tmFilter="0, 0; 0.125,0.2665; 0.25,0.4; 0.375,0.465; 0.5,0.5;  0.625,0.535; 0.75,0.6; 0.875,0.7335; 1,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" decel="50000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" decel="50000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50"/>
                            </p:stCondLst>
                            <p:childTnLst>
                              <p:par>
                                <p:cTn id="7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EF8FCB4-0787-AA61-F025-DEBDC87CC264}"/>
              </a:ext>
            </a:extLst>
          </p:cNvPr>
          <p:cNvSpPr txBox="1"/>
          <p:nvPr/>
        </p:nvSpPr>
        <p:spPr>
          <a:xfrm>
            <a:off x="729205" y="555585"/>
            <a:ext cx="86115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Problem:</a:t>
            </a:r>
          </a:p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Poor Communication between members.</a:t>
            </a:r>
          </a:p>
          <a:p>
            <a:r>
              <a:rPr lang="en-US" sz="2800" dirty="0"/>
              <a:t>-Team members do not share information clearly</a:t>
            </a:r>
          </a:p>
          <a:p>
            <a:r>
              <a:rPr lang="en-US" sz="2800" dirty="0"/>
              <a:t>-Messages are misunderstood </a:t>
            </a:r>
          </a:p>
          <a:p>
            <a:r>
              <a:rPr lang="en-US" sz="2800" dirty="0"/>
              <a:t>-Important details may be missed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C15651D-51B4-595F-5EB4-50AFD9BCFD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28489" y="2426401"/>
            <a:ext cx="5334306" cy="35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1611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1C077A5-2357-3DCF-D7CA-0C86C5BBCD5A}"/>
              </a:ext>
            </a:extLst>
          </p:cNvPr>
          <p:cNvSpPr txBox="1"/>
          <p:nvPr/>
        </p:nvSpPr>
        <p:spPr>
          <a:xfrm>
            <a:off x="729205" y="555585"/>
            <a:ext cx="86115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Regular Team Meeting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Shared Communication Platforms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Assign Clear responsibilities</a:t>
            </a: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0FF6361-6ED5-E50E-0329-7DE5D84A7B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02525" y="2558065"/>
            <a:ext cx="5330687" cy="299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930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4F7EBAE4-9945-4473-9E34-B2C66EA0F0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1F44F26-6A01-BF6F-15CB-C3084F3B7A8B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-Hold weekly or daily meetings.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-Allow members to ask questions.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-Share project documents in a shared file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07D9277-B5F6-EEE9-8252-89E878D011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349" r="14105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6" name="!!Arc">
            <a:extLst>
              <a:ext uri="{FF2B5EF4-FFF2-40B4-BE49-F238E27FC236}">
                <a16:creationId xmlns:a16="http://schemas.microsoft.com/office/drawing/2014/main" xmlns="" id="{70BEB1E7-2F88-40BC-B73D-42E5B6F80B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!!Oval">
            <a:extLst>
              <a:ext uri="{FF2B5EF4-FFF2-40B4-BE49-F238E27FC236}">
                <a16:creationId xmlns:a16="http://schemas.microsoft.com/office/drawing/2014/main" xmlns="" id="{A7B99495-F43F-4D80-A44F-2CB4764EB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63D9337-C5B4-E322-764A-71E5656082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16448" y="4001933"/>
            <a:ext cx="2286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5998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3684CCF-CEBB-4D8E-A366-95E43D4C7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CDC358F-1EE4-BBC8-F8ED-8A9A78C0C608}"/>
              </a:ext>
            </a:extLst>
          </p:cNvPr>
          <p:cNvSpPr txBox="1"/>
          <p:nvPr/>
        </p:nvSpPr>
        <p:spPr>
          <a:xfrm>
            <a:off x="838201" y="1825625"/>
            <a:ext cx="4933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Expected Benefits</a:t>
            </a:r>
            <a:r>
              <a:rPr lang="en-US" dirty="0"/>
              <a:t>: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Better Team Coordination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Fewer Mistakes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Better Time Management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Improved Project Quality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C22867D-BE21-D3A4-3EE7-23FE7C07E8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819" r="9753" b="1"/>
          <a:stretch>
            <a:fillRect/>
          </a:stretch>
        </p:blipFill>
        <p:spPr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xmlns="" id="{70BEB1E7-2F88-40BC-B73D-42E5B6F80B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349106A-27A6-583C-82B3-8FBEAD6DBB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399" r="14079" b="-1"/>
          <a:stretch>
            <a:fillRect/>
          </a:stretch>
        </p:blipFill>
        <p:spPr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DE1CEFA-C609-727A-D2E1-144665C5F4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87" r="2733" b="-1"/>
          <a:stretch>
            <a:fillRect/>
          </a:stretch>
        </p:blipFill>
        <p:spPr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xmlns="" val="136671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88</Words>
  <Application>Microsoft Office PowerPoint</Application>
  <PresentationFormat>Custom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Pawan Sunar</dc:creator>
  <cp:lastModifiedBy>Corporate Edition</cp:lastModifiedBy>
  <cp:revision>1</cp:revision>
  <dcterms:created xsi:type="dcterms:W3CDTF">2026-05-07T09:58:01Z</dcterms:created>
  <dcterms:modified xsi:type="dcterms:W3CDTF">2026-05-29T08:55:13Z</dcterms:modified>
</cp:coreProperties>
</file>