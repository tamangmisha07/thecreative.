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5DC698-DBA1-4134-859E-4B8E5927D11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5CFB19-C91F-4FB1-8EF8-76FAE55960BB}">
      <dgm:prSet/>
      <dgm:spPr/>
      <dgm:t>
        <a:bodyPr/>
        <a:lstStyle/>
        <a:p>
          <a:r>
            <a:rPr lang="en-US"/>
            <a:t>• Web-based quiz game for children aged 10–15 years.</a:t>
          </a:r>
        </a:p>
      </dgm:t>
    </dgm:pt>
    <dgm:pt modelId="{F20593FD-EEA2-494C-8832-05B8E5F5F957}" type="parTrans" cxnId="{4CE511A4-E6FC-44BA-81AC-DBE6A356E9A2}">
      <dgm:prSet/>
      <dgm:spPr/>
      <dgm:t>
        <a:bodyPr/>
        <a:lstStyle/>
        <a:p>
          <a:endParaRPr lang="en-US"/>
        </a:p>
      </dgm:t>
    </dgm:pt>
    <dgm:pt modelId="{37CFCB04-A59F-4AD2-A8E3-EE298C7ACD21}" type="sibTrans" cxnId="{4CE511A4-E6FC-44BA-81AC-DBE6A356E9A2}">
      <dgm:prSet/>
      <dgm:spPr/>
      <dgm:t>
        <a:bodyPr/>
        <a:lstStyle/>
        <a:p>
          <a:endParaRPr lang="en-US"/>
        </a:p>
      </dgm:t>
    </dgm:pt>
    <dgm:pt modelId="{E94C27A8-AC73-453D-8214-F41E614D27E8}">
      <dgm:prSet/>
      <dgm:spPr/>
      <dgm:t>
        <a:bodyPr/>
        <a:lstStyle/>
        <a:p>
          <a:r>
            <a:rPr lang="en-US"/>
            <a:t>• Focused on cyber safety and 2FA awareness.</a:t>
          </a:r>
        </a:p>
      </dgm:t>
    </dgm:pt>
    <dgm:pt modelId="{C9F2D8BE-F9B1-47F9-B3D9-423BFA2DE701}" type="parTrans" cxnId="{3B10FCDC-77FF-482B-B381-D7138A19C529}">
      <dgm:prSet/>
      <dgm:spPr/>
      <dgm:t>
        <a:bodyPr/>
        <a:lstStyle/>
        <a:p>
          <a:endParaRPr lang="en-US"/>
        </a:p>
      </dgm:t>
    </dgm:pt>
    <dgm:pt modelId="{CB19D571-9533-4F37-BB25-DBCACC55B5E2}" type="sibTrans" cxnId="{3B10FCDC-77FF-482B-B381-D7138A19C529}">
      <dgm:prSet/>
      <dgm:spPr/>
      <dgm:t>
        <a:bodyPr/>
        <a:lstStyle/>
        <a:p>
          <a:endParaRPr lang="en-US"/>
        </a:p>
      </dgm:t>
    </dgm:pt>
    <dgm:pt modelId="{EBD9D649-AD44-4AE8-B0DD-5F19833E9DB1}">
      <dgm:prSet/>
      <dgm:spPr/>
      <dgm:t>
        <a:bodyPr/>
        <a:lstStyle/>
        <a:p>
          <a:r>
            <a:rPr lang="en-US"/>
            <a:t>• Helps players identify phishing and fake login attempts.</a:t>
          </a:r>
        </a:p>
      </dgm:t>
    </dgm:pt>
    <dgm:pt modelId="{82BBA099-9F77-4645-BA3C-EB27F72201A3}" type="parTrans" cxnId="{27E0D2D8-073B-42F6-857B-BBE07DE481FB}">
      <dgm:prSet/>
      <dgm:spPr/>
      <dgm:t>
        <a:bodyPr/>
        <a:lstStyle/>
        <a:p>
          <a:endParaRPr lang="en-US"/>
        </a:p>
      </dgm:t>
    </dgm:pt>
    <dgm:pt modelId="{140F8A30-9ECF-4F2F-93A9-72E7098FB5E1}" type="sibTrans" cxnId="{27E0D2D8-073B-42F6-857B-BBE07DE481FB}">
      <dgm:prSet/>
      <dgm:spPr/>
      <dgm:t>
        <a:bodyPr/>
        <a:lstStyle/>
        <a:p>
          <a:endParaRPr lang="en-US"/>
        </a:p>
      </dgm:t>
    </dgm:pt>
    <dgm:pt modelId="{9C01BF3F-F576-4E32-B9A0-F98429358B84}" type="pres">
      <dgm:prSet presAssocID="{8E5DC698-DBA1-4134-859E-4B8E5927D116}" presName="linear" presStyleCnt="0">
        <dgm:presLayoutVars>
          <dgm:animLvl val="lvl"/>
          <dgm:resizeHandles val="exact"/>
        </dgm:presLayoutVars>
      </dgm:prSet>
      <dgm:spPr/>
    </dgm:pt>
    <dgm:pt modelId="{68EF4E86-CD9A-4C00-B02A-265FA4A3973C}" type="pres">
      <dgm:prSet presAssocID="{385CFB19-C91F-4FB1-8EF8-76FAE55960B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721718-80E2-4E1C-8B3E-EB9EF7585907}" type="pres">
      <dgm:prSet presAssocID="{37CFCB04-A59F-4AD2-A8E3-EE298C7ACD21}" presName="spacer" presStyleCnt="0"/>
      <dgm:spPr/>
    </dgm:pt>
    <dgm:pt modelId="{A5CE8570-D0D0-4945-9E18-CBB6EE4F2F03}" type="pres">
      <dgm:prSet presAssocID="{E94C27A8-AC73-453D-8214-F41E614D27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3AAE05-E38C-470D-A6FD-EF4A56EE213D}" type="pres">
      <dgm:prSet presAssocID="{CB19D571-9533-4F37-BB25-DBCACC55B5E2}" presName="spacer" presStyleCnt="0"/>
      <dgm:spPr/>
    </dgm:pt>
    <dgm:pt modelId="{3BAD9A77-9F7B-46F9-B557-2F8B6F7EBBC0}" type="pres">
      <dgm:prSet presAssocID="{EBD9D649-AD44-4AE8-B0DD-5F19833E9DB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767908-2FB0-4E04-BF23-ECBD0867C7A9}" type="presOf" srcId="{8E5DC698-DBA1-4134-859E-4B8E5927D116}" destId="{9C01BF3F-F576-4E32-B9A0-F98429358B84}" srcOrd="0" destOrd="0" presId="urn:microsoft.com/office/officeart/2005/8/layout/vList2"/>
    <dgm:cxn modelId="{3AB5E50E-5285-43BA-8186-12BA3B1501F9}" type="presOf" srcId="{385CFB19-C91F-4FB1-8EF8-76FAE55960BB}" destId="{68EF4E86-CD9A-4C00-B02A-265FA4A3973C}" srcOrd="0" destOrd="0" presId="urn:microsoft.com/office/officeart/2005/8/layout/vList2"/>
    <dgm:cxn modelId="{7487C626-8465-4E9A-9F55-BC91D6EB989A}" type="presOf" srcId="{EBD9D649-AD44-4AE8-B0DD-5F19833E9DB1}" destId="{3BAD9A77-9F7B-46F9-B557-2F8B6F7EBBC0}" srcOrd="0" destOrd="0" presId="urn:microsoft.com/office/officeart/2005/8/layout/vList2"/>
    <dgm:cxn modelId="{C3790275-A02B-4C24-9CB4-D1AB0DE6C9F3}" type="presOf" srcId="{E94C27A8-AC73-453D-8214-F41E614D27E8}" destId="{A5CE8570-D0D0-4945-9E18-CBB6EE4F2F03}" srcOrd="0" destOrd="0" presId="urn:microsoft.com/office/officeart/2005/8/layout/vList2"/>
    <dgm:cxn modelId="{4CE511A4-E6FC-44BA-81AC-DBE6A356E9A2}" srcId="{8E5DC698-DBA1-4134-859E-4B8E5927D116}" destId="{385CFB19-C91F-4FB1-8EF8-76FAE55960BB}" srcOrd="0" destOrd="0" parTransId="{F20593FD-EEA2-494C-8832-05B8E5F5F957}" sibTransId="{37CFCB04-A59F-4AD2-A8E3-EE298C7ACD21}"/>
    <dgm:cxn modelId="{27E0D2D8-073B-42F6-857B-BBE07DE481FB}" srcId="{8E5DC698-DBA1-4134-859E-4B8E5927D116}" destId="{EBD9D649-AD44-4AE8-B0DD-5F19833E9DB1}" srcOrd="2" destOrd="0" parTransId="{82BBA099-9F77-4645-BA3C-EB27F72201A3}" sibTransId="{140F8A30-9ECF-4F2F-93A9-72E7098FB5E1}"/>
    <dgm:cxn modelId="{3B10FCDC-77FF-482B-B381-D7138A19C529}" srcId="{8E5DC698-DBA1-4134-859E-4B8E5927D116}" destId="{E94C27A8-AC73-453D-8214-F41E614D27E8}" srcOrd="1" destOrd="0" parTransId="{C9F2D8BE-F9B1-47F9-B3D9-423BFA2DE701}" sibTransId="{CB19D571-9533-4F37-BB25-DBCACC55B5E2}"/>
    <dgm:cxn modelId="{C0A64865-B4C7-4279-B906-C4E4189CF527}" type="presParOf" srcId="{9C01BF3F-F576-4E32-B9A0-F98429358B84}" destId="{68EF4E86-CD9A-4C00-B02A-265FA4A3973C}" srcOrd="0" destOrd="0" presId="urn:microsoft.com/office/officeart/2005/8/layout/vList2"/>
    <dgm:cxn modelId="{6ECAC267-2FA3-4306-B203-57EC7A2550E7}" type="presParOf" srcId="{9C01BF3F-F576-4E32-B9A0-F98429358B84}" destId="{CD721718-80E2-4E1C-8B3E-EB9EF7585907}" srcOrd="1" destOrd="0" presId="urn:microsoft.com/office/officeart/2005/8/layout/vList2"/>
    <dgm:cxn modelId="{D680350C-8ACA-44DC-8A94-7C11F8E3B8AC}" type="presParOf" srcId="{9C01BF3F-F576-4E32-B9A0-F98429358B84}" destId="{A5CE8570-D0D0-4945-9E18-CBB6EE4F2F03}" srcOrd="2" destOrd="0" presId="urn:microsoft.com/office/officeart/2005/8/layout/vList2"/>
    <dgm:cxn modelId="{043C4F48-0FA0-4D59-A5FB-4499FF4498DD}" type="presParOf" srcId="{9C01BF3F-F576-4E32-B9A0-F98429358B84}" destId="{883AAE05-E38C-470D-A6FD-EF4A56EE213D}" srcOrd="3" destOrd="0" presId="urn:microsoft.com/office/officeart/2005/8/layout/vList2"/>
    <dgm:cxn modelId="{25A2A86A-61BD-48BA-8259-27F1176D46DB}" type="presParOf" srcId="{9C01BF3F-F576-4E32-B9A0-F98429358B84}" destId="{3BAD9A77-9F7B-46F9-B557-2F8B6F7EBB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0FB46A-225E-4D77-B1D1-9D3688D7195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398EDF-3430-422F-ADF6-4AFE315B286C}">
      <dgm:prSet/>
      <dgm:spPr/>
      <dgm:t>
        <a:bodyPr/>
        <a:lstStyle/>
        <a:p>
          <a:r>
            <a:rPr lang="en-US"/>
            <a:t>• Understand how attackers bypass 2FA.</a:t>
          </a:r>
        </a:p>
      </dgm:t>
    </dgm:pt>
    <dgm:pt modelId="{819A8F79-7338-49A2-919A-1D60A3D4DCC2}" type="parTrans" cxnId="{42F05574-DF59-47BD-AC1E-F639AB7552FE}">
      <dgm:prSet/>
      <dgm:spPr/>
      <dgm:t>
        <a:bodyPr/>
        <a:lstStyle/>
        <a:p>
          <a:endParaRPr lang="en-US"/>
        </a:p>
      </dgm:t>
    </dgm:pt>
    <dgm:pt modelId="{3F8B1808-185F-4A95-9C45-E17598014BA1}" type="sibTrans" cxnId="{42F05574-DF59-47BD-AC1E-F639AB7552FE}">
      <dgm:prSet/>
      <dgm:spPr/>
      <dgm:t>
        <a:bodyPr/>
        <a:lstStyle/>
        <a:p>
          <a:endParaRPr lang="en-US"/>
        </a:p>
      </dgm:t>
    </dgm:pt>
    <dgm:pt modelId="{F582E070-3343-4DCD-82AC-25AC7D20C576}">
      <dgm:prSet/>
      <dgm:spPr/>
      <dgm:t>
        <a:bodyPr/>
        <a:lstStyle/>
        <a:p>
          <a:r>
            <a:rPr lang="en-US"/>
            <a:t>• Detect phishing messages and fake login pages.</a:t>
          </a:r>
        </a:p>
      </dgm:t>
    </dgm:pt>
    <dgm:pt modelId="{A0C731BA-CD57-4C68-8EC1-C9DBACAA8BB3}" type="parTrans" cxnId="{8E93472D-1DA8-4FA4-AA2B-C52E1F370A91}">
      <dgm:prSet/>
      <dgm:spPr/>
      <dgm:t>
        <a:bodyPr/>
        <a:lstStyle/>
        <a:p>
          <a:endParaRPr lang="en-US"/>
        </a:p>
      </dgm:t>
    </dgm:pt>
    <dgm:pt modelId="{F3B05550-E380-4AE8-96DB-96008246A019}" type="sibTrans" cxnId="{8E93472D-1DA8-4FA4-AA2B-C52E1F370A91}">
      <dgm:prSet/>
      <dgm:spPr/>
      <dgm:t>
        <a:bodyPr/>
        <a:lstStyle/>
        <a:p>
          <a:endParaRPr lang="en-US"/>
        </a:p>
      </dgm:t>
    </dgm:pt>
    <dgm:pt modelId="{6669483A-5723-4EC6-9E20-40A0D7D92981}">
      <dgm:prSet/>
      <dgm:spPr/>
      <dgm:t>
        <a:bodyPr/>
        <a:lstStyle/>
        <a:p>
          <a:r>
            <a:rPr lang="en-US"/>
            <a:t>• Build safe online habits and awareness.</a:t>
          </a:r>
        </a:p>
      </dgm:t>
    </dgm:pt>
    <dgm:pt modelId="{83D194EC-5051-48C5-8AAF-8A14966F7DD3}" type="parTrans" cxnId="{CD1BC3B0-0DFD-43F1-B68D-4CCDFA299ADA}">
      <dgm:prSet/>
      <dgm:spPr/>
      <dgm:t>
        <a:bodyPr/>
        <a:lstStyle/>
        <a:p>
          <a:endParaRPr lang="en-US"/>
        </a:p>
      </dgm:t>
    </dgm:pt>
    <dgm:pt modelId="{0962ADDD-39E2-4C03-8037-ED21E0E184BA}" type="sibTrans" cxnId="{CD1BC3B0-0DFD-43F1-B68D-4CCDFA299ADA}">
      <dgm:prSet/>
      <dgm:spPr/>
      <dgm:t>
        <a:bodyPr/>
        <a:lstStyle/>
        <a:p>
          <a:endParaRPr lang="en-US"/>
        </a:p>
      </dgm:t>
    </dgm:pt>
    <dgm:pt modelId="{C9A2D758-0F3B-402C-B2E8-8E4980D17146}" type="pres">
      <dgm:prSet presAssocID="{850FB46A-225E-4D77-B1D1-9D3688D7195A}" presName="linear" presStyleCnt="0">
        <dgm:presLayoutVars>
          <dgm:animLvl val="lvl"/>
          <dgm:resizeHandles val="exact"/>
        </dgm:presLayoutVars>
      </dgm:prSet>
      <dgm:spPr/>
    </dgm:pt>
    <dgm:pt modelId="{CC65F304-296A-4E96-9C28-1BBF423821E1}" type="pres">
      <dgm:prSet presAssocID="{88398EDF-3430-422F-ADF6-4AFE315B28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7E14966-093D-44EC-A857-9E244E596B2B}" type="pres">
      <dgm:prSet presAssocID="{3F8B1808-185F-4A95-9C45-E17598014BA1}" presName="spacer" presStyleCnt="0"/>
      <dgm:spPr/>
    </dgm:pt>
    <dgm:pt modelId="{DE671380-C5CB-4ED6-9A32-7A7D2481F70A}" type="pres">
      <dgm:prSet presAssocID="{F582E070-3343-4DCD-82AC-25AC7D20C5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F8C3B7-7443-4055-936F-E9C9D18B1BE7}" type="pres">
      <dgm:prSet presAssocID="{F3B05550-E380-4AE8-96DB-96008246A019}" presName="spacer" presStyleCnt="0"/>
      <dgm:spPr/>
    </dgm:pt>
    <dgm:pt modelId="{1C8DA23C-8ACD-4925-8631-07CCD982B7D3}" type="pres">
      <dgm:prSet presAssocID="{6669483A-5723-4EC6-9E20-40A0D7D9298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E93472D-1DA8-4FA4-AA2B-C52E1F370A91}" srcId="{850FB46A-225E-4D77-B1D1-9D3688D7195A}" destId="{F582E070-3343-4DCD-82AC-25AC7D20C576}" srcOrd="1" destOrd="0" parTransId="{A0C731BA-CD57-4C68-8EC1-C9DBACAA8BB3}" sibTransId="{F3B05550-E380-4AE8-96DB-96008246A019}"/>
    <dgm:cxn modelId="{8A555F2E-FBB7-40F7-BD81-9923B752CC5A}" type="presOf" srcId="{850FB46A-225E-4D77-B1D1-9D3688D7195A}" destId="{C9A2D758-0F3B-402C-B2E8-8E4980D17146}" srcOrd="0" destOrd="0" presId="urn:microsoft.com/office/officeart/2005/8/layout/vList2"/>
    <dgm:cxn modelId="{42F05574-DF59-47BD-AC1E-F639AB7552FE}" srcId="{850FB46A-225E-4D77-B1D1-9D3688D7195A}" destId="{88398EDF-3430-422F-ADF6-4AFE315B286C}" srcOrd="0" destOrd="0" parTransId="{819A8F79-7338-49A2-919A-1D60A3D4DCC2}" sibTransId="{3F8B1808-185F-4A95-9C45-E17598014BA1}"/>
    <dgm:cxn modelId="{C21EA784-1CD6-4E3F-B320-2024E6874B4D}" type="presOf" srcId="{88398EDF-3430-422F-ADF6-4AFE315B286C}" destId="{CC65F304-296A-4E96-9C28-1BBF423821E1}" srcOrd="0" destOrd="0" presId="urn:microsoft.com/office/officeart/2005/8/layout/vList2"/>
    <dgm:cxn modelId="{0CEF9786-90F3-407A-BACB-7DC795FE9B81}" type="presOf" srcId="{6669483A-5723-4EC6-9E20-40A0D7D92981}" destId="{1C8DA23C-8ACD-4925-8631-07CCD982B7D3}" srcOrd="0" destOrd="0" presId="urn:microsoft.com/office/officeart/2005/8/layout/vList2"/>
    <dgm:cxn modelId="{CD1BC3B0-0DFD-43F1-B68D-4CCDFA299ADA}" srcId="{850FB46A-225E-4D77-B1D1-9D3688D7195A}" destId="{6669483A-5723-4EC6-9E20-40A0D7D92981}" srcOrd="2" destOrd="0" parTransId="{83D194EC-5051-48C5-8AAF-8A14966F7DD3}" sibTransId="{0962ADDD-39E2-4C03-8037-ED21E0E184BA}"/>
    <dgm:cxn modelId="{3ECA47FE-DAEA-4060-8128-44DBDD4E0526}" type="presOf" srcId="{F582E070-3343-4DCD-82AC-25AC7D20C576}" destId="{DE671380-C5CB-4ED6-9A32-7A7D2481F70A}" srcOrd="0" destOrd="0" presId="urn:microsoft.com/office/officeart/2005/8/layout/vList2"/>
    <dgm:cxn modelId="{F69F5841-14C9-4E1E-A39C-C4467C59DCF3}" type="presParOf" srcId="{C9A2D758-0F3B-402C-B2E8-8E4980D17146}" destId="{CC65F304-296A-4E96-9C28-1BBF423821E1}" srcOrd="0" destOrd="0" presId="urn:microsoft.com/office/officeart/2005/8/layout/vList2"/>
    <dgm:cxn modelId="{390455DB-EC6C-42BB-A2D2-ACC342900094}" type="presParOf" srcId="{C9A2D758-0F3B-402C-B2E8-8E4980D17146}" destId="{27E14966-093D-44EC-A857-9E244E596B2B}" srcOrd="1" destOrd="0" presId="urn:microsoft.com/office/officeart/2005/8/layout/vList2"/>
    <dgm:cxn modelId="{FE55EF61-4A69-4BD5-A74B-4109BD696FDA}" type="presParOf" srcId="{C9A2D758-0F3B-402C-B2E8-8E4980D17146}" destId="{DE671380-C5CB-4ED6-9A32-7A7D2481F70A}" srcOrd="2" destOrd="0" presId="urn:microsoft.com/office/officeart/2005/8/layout/vList2"/>
    <dgm:cxn modelId="{D5BA5A1A-20E1-4F19-B0DB-03785592445E}" type="presParOf" srcId="{C9A2D758-0F3B-402C-B2E8-8E4980D17146}" destId="{20F8C3B7-7443-4055-936F-E9C9D18B1BE7}" srcOrd="3" destOrd="0" presId="urn:microsoft.com/office/officeart/2005/8/layout/vList2"/>
    <dgm:cxn modelId="{F75CAD7A-786E-4962-BFF8-67473C76FA10}" type="presParOf" srcId="{C9A2D758-0F3B-402C-B2E8-8E4980D17146}" destId="{1C8DA23C-8ACD-4925-8631-07CCD982B7D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0B7F58-E63B-4172-A654-1BA6C427BCC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B3E696E-BD89-4EB8-A51C-98AC81A4ADE5}">
      <dgm:prSet/>
      <dgm:spPr/>
      <dgm:t>
        <a:bodyPr/>
        <a:lstStyle/>
        <a:p>
          <a:r>
            <a:rPr lang="en-US"/>
            <a:t>1. Read a cybersecurity challenge</a:t>
          </a:r>
        </a:p>
      </dgm:t>
    </dgm:pt>
    <dgm:pt modelId="{76D6C1D3-23DC-434E-B2ED-0A91885740E1}" type="parTrans" cxnId="{7189A619-5789-4812-BF80-1379BFFC6E68}">
      <dgm:prSet/>
      <dgm:spPr/>
      <dgm:t>
        <a:bodyPr/>
        <a:lstStyle/>
        <a:p>
          <a:endParaRPr lang="en-US"/>
        </a:p>
      </dgm:t>
    </dgm:pt>
    <dgm:pt modelId="{733E9E6F-124A-4EC6-A2D3-47DFAD44B9A5}" type="sibTrans" cxnId="{7189A619-5789-4812-BF80-1379BFFC6E68}">
      <dgm:prSet/>
      <dgm:spPr/>
      <dgm:t>
        <a:bodyPr/>
        <a:lstStyle/>
        <a:p>
          <a:endParaRPr lang="en-US"/>
        </a:p>
      </dgm:t>
    </dgm:pt>
    <dgm:pt modelId="{A8C474DD-DB18-4BC6-B0DA-C1868510E9B7}">
      <dgm:prSet/>
      <dgm:spPr/>
      <dgm:t>
        <a:bodyPr/>
        <a:lstStyle/>
        <a:p>
          <a:r>
            <a:rPr lang="en-US"/>
            <a:t>2. Choose the safest answer</a:t>
          </a:r>
        </a:p>
      </dgm:t>
    </dgm:pt>
    <dgm:pt modelId="{3DCEB6F3-2878-4120-B052-74A952D5DD46}" type="parTrans" cxnId="{D8FBC8B7-626E-450F-B185-9ED4412CB4EA}">
      <dgm:prSet/>
      <dgm:spPr/>
      <dgm:t>
        <a:bodyPr/>
        <a:lstStyle/>
        <a:p>
          <a:endParaRPr lang="en-US"/>
        </a:p>
      </dgm:t>
    </dgm:pt>
    <dgm:pt modelId="{48148654-036D-4638-9EF3-22EFA1ECAF95}" type="sibTrans" cxnId="{D8FBC8B7-626E-450F-B185-9ED4412CB4EA}">
      <dgm:prSet/>
      <dgm:spPr/>
      <dgm:t>
        <a:bodyPr/>
        <a:lstStyle/>
        <a:p>
          <a:endParaRPr lang="en-US"/>
        </a:p>
      </dgm:t>
    </dgm:pt>
    <dgm:pt modelId="{CF7B95A2-CEFA-4D2C-BC87-3D0ED338D59B}">
      <dgm:prSet/>
      <dgm:spPr/>
      <dgm:t>
        <a:bodyPr/>
        <a:lstStyle/>
        <a:p>
          <a:r>
            <a:rPr lang="en-US"/>
            <a:t>3. Receive instant feedback</a:t>
          </a:r>
        </a:p>
      </dgm:t>
    </dgm:pt>
    <dgm:pt modelId="{ABD9BE4A-2439-4920-BD57-55C9411EA541}" type="parTrans" cxnId="{9696F296-D1A8-44DE-B579-B4474F7B5D4B}">
      <dgm:prSet/>
      <dgm:spPr/>
      <dgm:t>
        <a:bodyPr/>
        <a:lstStyle/>
        <a:p>
          <a:endParaRPr lang="en-US"/>
        </a:p>
      </dgm:t>
    </dgm:pt>
    <dgm:pt modelId="{F4CF4800-0596-4BAD-B202-1730FF0FB99E}" type="sibTrans" cxnId="{9696F296-D1A8-44DE-B579-B4474F7B5D4B}">
      <dgm:prSet/>
      <dgm:spPr/>
      <dgm:t>
        <a:bodyPr/>
        <a:lstStyle/>
        <a:p>
          <a:endParaRPr lang="en-US"/>
        </a:p>
      </dgm:t>
    </dgm:pt>
    <dgm:pt modelId="{69058DC8-7D08-4F75-AC50-59CCD3AFB700}">
      <dgm:prSet/>
      <dgm:spPr/>
      <dgm:t>
        <a:bodyPr/>
        <a:lstStyle/>
        <a:p>
          <a:r>
            <a:rPr lang="en-US"/>
            <a:t>4. Earn rewards, stars, and badges</a:t>
          </a:r>
        </a:p>
      </dgm:t>
    </dgm:pt>
    <dgm:pt modelId="{E0923735-16ED-48E3-A0D1-215157DB73C7}" type="parTrans" cxnId="{988C251D-DBFC-4726-BA5C-AE3748220B33}">
      <dgm:prSet/>
      <dgm:spPr/>
      <dgm:t>
        <a:bodyPr/>
        <a:lstStyle/>
        <a:p>
          <a:endParaRPr lang="en-US"/>
        </a:p>
      </dgm:t>
    </dgm:pt>
    <dgm:pt modelId="{8E7A7EEC-9CD9-4DCD-8849-3572EFBA4B03}" type="sibTrans" cxnId="{988C251D-DBFC-4726-BA5C-AE3748220B33}">
      <dgm:prSet/>
      <dgm:spPr/>
      <dgm:t>
        <a:bodyPr/>
        <a:lstStyle/>
        <a:p>
          <a:endParaRPr lang="en-US"/>
        </a:p>
      </dgm:t>
    </dgm:pt>
    <dgm:pt modelId="{16BACFE7-66B7-49D4-A4B1-5D007696016B}">
      <dgm:prSet/>
      <dgm:spPr/>
      <dgm:t>
        <a:bodyPr/>
        <a:lstStyle/>
        <a:p>
          <a:r>
            <a:rPr lang="en-US"/>
            <a:t>5. Replay to improve score</a:t>
          </a:r>
        </a:p>
      </dgm:t>
    </dgm:pt>
    <dgm:pt modelId="{FAC7DEA0-DC2F-434B-A48D-FE48C1307D1C}" type="parTrans" cxnId="{BBFA8AE7-EC00-4080-9E8B-47E9A2C526BD}">
      <dgm:prSet/>
      <dgm:spPr/>
      <dgm:t>
        <a:bodyPr/>
        <a:lstStyle/>
        <a:p>
          <a:endParaRPr lang="en-US"/>
        </a:p>
      </dgm:t>
    </dgm:pt>
    <dgm:pt modelId="{11DE04CC-0D04-4901-B425-019466E06550}" type="sibTrans" cxnId="{BBFA8AE7-EC00-4080-9E8B-47E9A2C526BD}">
      <dgm:prSet/>
      <dgm:spPr/>
      <dgm:t>
        <a:bodyPr/>
        <a:lstStyle/>
        <a:p>
          <a:endParaRPr lang="en-US"/>
        </a:p>
      </dgm:t>
    </dgm:pt>
    <dgm:pt modelId="{E99A9FD1-256C-4861-B2E4-61320A039831}" type="pres">
      <dgm:prSet presAssocID="{380B7F58-E63B-4172-A654-1BA6C427BCCD}" presName="Name0" presStyleCnt="0">
        <dgm:presLayoutVars>
          <dgm:dir/>
          <dgm:resizeHandles val="exact"/>
        </dgm:presLayoutVars>
      </dgm:prSet>
      <dgm:spPr/>
    </dgm:pt>
    <dgm:pt modelId="{5F2B2468-82AC-4DE5-97F1-BCED92812709}" type="pres">
      <dgm:prSet presAssocID="{EB3E696E-BD89-4EB8-A51C-98AC81A4ADE5}" presName="node" presStyleLbl="node1" presStyleIdx="0" presStyleCnt="5">
        <dgm:presLayoutVars>
          <dgm:bulletEnabled val="1"/>
        </dgm:presLayoutVars>
      </dgm:prSet>
      <dgm:spPr/>
    </dgm:pt>
    <dgm:pt modelId="{16901EDE-BA0B-4D27-A433-6DA8875013CE}" type="pres">
      <dgm:prSet presAssocID="{733E9E6F-124A-4EC6-A2D3-47DFAD44B9A5}" presName="sibTrans" presStyleLbl="sibTrans1D1" presStyleIdx="0" presStyleCnt="4"/>
      <dgm:spPr/>
    </dgm:pt>
    <dgm:pt modelId="{0AAE9486-31B8-4F1E-AE52-C14FD36B47F0}" type="pres">
      <dgm:prSet presAssocID="{733E9E6F-124A-4EC6-A2D3-47DFAD44B9A5}" presName="connectorText" presStyleLbl="sibTrans1D1" presStyleIdx="0" presStyleCnt="4"/>
      <dgm:spPr/>
    </dgm:pt>
    <dgm:pt modelId="{96080F3B-8016-4B32-8217-57C91B311E87}" type="pres">
      <dgm:prSet presAssocID="{A8C474DD-DB18-4BC6-B0DA-C1868510E9B7}" presName="node" presStyleLbl="node1" presStyleIdx="1" presStyleCnt="5">
        <dgm:presLayoutVars>
          <dgm:bulletEnabled val="1"/>
        </dgm:presLayoutVars>
      </dgm:prSet>
      <dgm:spPr/>
    </dgm:pt>
    <dgm:pt modelId="{12845B94-7FC2-416F-807B-3030E4E71084}" type="pres">
      <dgm:prSet presAssocID="{48148654-036D-4638-9EF3-22EFA1ECAF95}" presName="sibTrans" presStyleLbl="sibTrans1D1" presStyleIdx="1" presStyleCnt="4"/>
      <dgm:spPr/>
    </dgm:pt>
    <dgm:pt modelId="{FE1943AC-B14B-49C0-AEA4-0D508D60E0F4}" type="pres">
      <dgm:prSet presAssocID="{48148654-036D-4638-9EF3-22EFA1ECAF95}" presName="connectorText" presStyleLbl="sibTrans1D1" presStyleIdx="1" presStyleCnt="4"/>
      <dgm:spPr/>
    </dgm:pt>
    <dgm:pt modelId="{ED714DEE-2539-4843-81AB-77F2A65FC95E}" type="pres">
      <dgm:prSet presAssocID="{CF7B95A2-CEFA-4D2C-BC87-3D0ED338D59B}" presName="node" presStyleLbl="node1" presStyleIdx="2" presStyleCnt="5">
        <dgm:presLayoutVars>
          <dgm:bulletEnabled val="1"/>
        </dgm:presLayoutVars>
      </dgm:prSet>
      <dgm:spPr/>
    </dgm:pt>
    <dgm:pt modelId="{DFD1AA40-4B7E-42AA-BDB4-B247DEC7018C}" type="pres">
      <dgm:prSet presAssocID="{F4CF4800-0596-4BAD-B202-1730FF0FB99E}" presName="sibTrans" presStyleLbl="sibTrans1D1" presStyleIdx="2" presStyleCnt="4"/>
      <dgm:spPr/>
    </dgm:pt>
    <dgm:pt modelId="{78126191-457D-492F-8DBE-DA503EECA785}" type="pres">
      <dgm:prSet presAssocID="{F4CF4800-0596-4BAD-B202-1730FF0FB99E}" presName="connectorText" presStyleLbl="sibTrans1D1" presStyleIdx="2" presStyleCnt="4"/>
      <dgm:spPr/>
    </dgm:pt>
    <dgm:pt modelId="{E5488C6E-CB48-429B-ABEC-5EB0235F439E}" type="pres">
      <dgm:prSet presAssocID="{69058DC8-7D08-4F75-AC50-59CCD3AFB700}" presName="node" presStyleLbl="node1" presStyleIdx="3" presStyleCnt="5">
        <dgm:presLayoutVars>
          <dgm:bulletEnabled val="1"/>
        </dgm:presLayoutVars>
      </dgm:prSet>
      <dgm:spPr/>
    </dgm:pt>
    <dgm:pt modelId="{345415DD-7C22-4F47-803C-CB80A95E10E7}" type="pres">
      <dgm:prSet presAssocID="{8E7A7EEC-9CD9-4DCD-8849-3572EFBA4B03}" presName="sibTrans" presStyleLbl="sibTrans1D1" presStyleIdx="3" presStyleCnt="4"/>
      <dgm:spPr/>
    </dgm:pt>
    <dgm:pt modelId="{7E221CFC-4F80-4453-98CB-578E7E819D19}" type="pres">
      <dgm:prSet presAssocID="{8E7A7EEC-9CD9-4DCD-8849-3572EFBA4B03}" presName="connectorText" presStyleLbl="sibTrans1D1" presStyleIdx="3" presStyleCnt="4"/>
      <dgm:spPr/>
    </dgm:pt>
    <dgm:pt modelId="{3ECACA78-4643-45DF-836D-B30410814A22}" type="pres">
      <dgm:prSet presAssocID="{16BACFE7-66B7-49D4-A4B1-5D007696016B}" presName="node" presStyleLbl="node1" presStyleIdx="4" presStyleCnt="5">
        <dgm:presLayoutVars>
          <dgm:bulletEnabled val="1"/>
        </dgm:presLayoutVars>
      </dgm:prSet>
      <dgm:spPr/>
    </dgm:pt>
  </dgm:ptLst>
  <dgm:cxnLst>
    <dgm:cxn modelId="{21572505-23AA-4F8C-BCF5-640E208DD030}" type="presOf" srcId="{69058DC8-7D08-4F75-AC50-59CCD3AFB700}" destId="{E5488C6E-CB48-429B-ABEC-5EB0235F439E}" srcOrd="0" destOrd="0" presId="urn:microsoft.com/office/officeart/2016/7/layout/RepeatingBendingProcessNew"/>
    <dgm:cxn modelId="{7189A619-5789-4812-BF80-1379BFFC6E68}" srcId="{380B7F58-E63B-4172-A654-1BA6C427BCCD}" destId="{EB3E696E-BD89-4EB8-A51C-98AC81A4ADE5}" srcOrd="0" destOrd="0" parTransId="{76D6C1D3-23DC-434E-B2ED-0A91885740E1}" sibTransId="{733E9E6F-124A-4EC6-A2D3-47DFAD44B9A5}"/>
    <dgm:cxn modelId="{167DEE1A-68B0-4D63-8E53-C571E1D1FCE7}" type="presOf" srcId="{A8C474DD-DB18-4BC6-B0DA-C1868510E9B7}" destId="{96080F3B-8016-4B32-8217-57C91B311E87}" srcOrd="0" destOrd="0" presId="urn:microsoft.com/office/officeart/2016/7/layout/RepeatingBendingProcessNew"/>
    <dgm:cxn modelId="{988C251D-DBFC-4726-BA5C-AE3748220B33}" srcId="{380B7F58-E63B-4172-A654-1BA6C427BCCD}" destId="{69058DC8-7D08-4F75-AC50-59CCD3AFB700}" srcOrd="3" destOrd="0" parTransId="{E0923735-16ED-48E3-A0D1-215157DB73C7}" sibTransId="{8E7A7EEC-9CD9-4DCD-8849-3572EFBA4B03}"/>
    <dgm:cxn modelId="{26F84C24-608B-4A98-BBDC-3026FC7F8CEF}" type="presOf" srcId="{EB3E696E-BD89-4EB8-A51C-98AC81A4ADE5}" destId="{5F2B2468-82AC-4DE5-97F1-BCED92812709}" srcOrd="0" destOrd="0" presId="urn:microsoft.com/office/officeart/2016/7/layout/RepeatingBendingProcessNew"/>
    <dgm:cxn modelId="{F984B02B-A55A-488F-B151-8E369EC39591}" type="presOf" srcId="{F4CF4800-0596-4BAD-B202-1730FF0FB99E}" destId="{78126191-457D-492F-8DBE-DA503EECA785}" srcOrd="1" destOrd="0" presId="urn:microsoft.com/office/officeart/2016/7/layout/RepeatingBendingProcessNew"/>
    <dgm:cxn modelId="{43C32163-076A-403B-B1B2-53EBDB9449BA}" type="presOf" srcId="{16BACFE7-66B7-49D4-A4B1-5D007696016B}" destId="{3ECACA78-4643-45DF-836D-B30410814A22}" srcOrd="0" destOrd="0" presId="urn:microsoft.com/office/officeart/2016/7/layout/RepeatingBendingProcessNew"/>
    <dgm:cxn modelId="{22D73A4C-B918-45D6-8E36-9CBBC436DFD4}" type="presOf" srcId="{48148654-036D-4638-9EF3-22EFA1ECAF95}" destId="{12845B94-7FC2-416F-807B-3030E4E71084}" srcOrd="0" destOrd="0" presId="urn:microsoft.com/office/officeart/2016/7/layout/RepeatingBendingProcessNew"/>
    <dgm:cxn modelId="{9AEA9750-1C16-45DD-A680-728E30F5C272}" type="presOf" srcId="{48148654-036D-4638-9EF3-22EFA1ECAF95}" destId="{FE1943AC-B14B-49C0-AEA4-0D508D60E0F4}" srcOrd="1" destOrd="0" presId="urn:microsoft.com/office/officeart/2016/7/layout/RepeatingBendingProcessNew"/>
    <dgm:cxn modelId="{43D8C47E-50A4-46A9-859D-444C22A0E302}" type="presOf" srcId="{CF7B95A2-CEFA-4D2C-BC87-3D0ED338D59B}" destId="{ED714DEE-2539-4843-81AB-77F2A65FC95E}" srcOrd="0" destOrd="0" presId="urn:microsoft.com/office/officeart/2016/7/layout/RepeatingBendingProcessNew"/>
    <dgm:cxn modelId="{E2627886-18B2-4216-957C-EEE406CDE516}" type="presOf" srcId="{733E9E6F-124A-4EC6-A2D3-47DFAD44B9A5}" destId="{0AAE9486-31B8-4F1E-AE52-C14FD36B47F0}" srcOrd="1" destOrd="0" presId="urn:microsoft.com/office/officeart/2016/7/layout/RepeatingBendingProcessNew"/>
    <dgm:cxn modelId="{9696F296-D1A8-44DE-B579-B4474F7B5D4B}" srcId="{380B7F58-E63B-4172-A654-1BA6C427BCCD}" destId="{CF7B95A2-CEFA-4D2C-BC87-3D0ED338D59B}" srcOrd="2" destOrd="0" parTransId="{ABD9BE4A-2439-4920-BD57-55C9411EA541}" sibTransId="{F4CF4800-0596-4BAD-B202-1730FF0FB99E}"/>
    <dgm:cxn modelId="{D8FBC8B7-626E-450F-B185-9ED4412CB4EA}" srcId="{380B7F58-E63B-4172-A654-1BA6C427BCCD}" destId="{A8C474DD-DB18-4BC6-B0DA-C1868510E9B7}" srcOrd="1" destOrd="0" parTransId="{3DCEB6F3-2878-4120-B052-74A952D5DD46}" sibTransId="{48148654-036D-4638-9EF3-22EFA1ECAF95}"/>
    <dgm:cxn modelId="{BFE1F1BF-813F-4638-B5FF-7EDB4EA3FB54}" type="presOf" srcId="{733E9E6F-124A-4EC6-A2D3-47DFAD44B9A5}" destId="{16901EDE-BA0B-4D27-A433-6DA8875013CE}" srcOrd="0" destOrd="0" presId="urn:microsoft.com/office/officeart/2016/7/layout/RepeatingBendingProcessNew"/>
    <dgm:cxn modelId="{C21444C8-285D-4C9D-B736-2693F3676B63}" type="presOf" srcId="{F4CF4800-0596-4BAD-B202-1730FF0FB99E}" destId="{DFD1AA40-4B7E-42AA-BDB4-B247DEC7018C}" srcOrd="0" destOrd="0" presId="urn:microsoft.com/office/officeart/2016/7/layout/RepeatingBendingProcessNew"/>
    <dgm:cxn modelId="{AC1E51DD-C00A-4664-99B9-1FF9F4BA66CD}" type="presOf" srcId="{380B7F58-E63B-4172-A654-1BA6C427BCCD}" destId="{E99A9FD1-256C-4861-B2E4-61320A039831}" srcOrd="0" destOrd="0" presId="urn:microsoft.com/office/officeart/2016/7/layout/RepeatingBendingProcessNew"/>
    <dgm:cxn modelId="{BBFA8AE7-EC00-4080-9E8B-47E9A2C526BD}" srcId="{380B7F58-E63B-4172-A654-1BA6C427BCCD}" destId="{16BACFE7-66B7-49D4-A4B1-5D007696016B}" srcOrd="4" destOrd="0" parTransId="{FAC7DEA0-DC2F-434B-A48D-FE48C1307D1C}" sibTransId="{11DE04CC-0D04-4901-B425-019466E06550}"/>
    <dgm:cxn modelId="{6CC903F7-CE0D-4FCE-8E10-AB57D5840ED4}" type="presOf" srcId="{8E7A7EEC-9CD9-4DCD-8849-3572EFBA4B03}" destId="{7E221CFC-4F80-4453-98CB-578E7E819D19}" srcOrd="1" destOrd="0" presId="urn:microsoft.com/office/officeart/2016/7/layout/RepeatingBendingProcessNew"/>
    <dgm:cxn modelId="{D616D7FC-C73F-4A30-9A5E-FCEA33831FF6}" type="presOf" srcId="{8E7A7EEC-9CD9-4DCD-8849-3572EFBA4B03}" destId="{345415DD-7C22-4F47-803C-CB80A95E10E7}" srcOrd="0" destOrd="0" presId="urn:microsoft.com/office/officeart/2016/7/layout/RepeatingBendingProcessNew"/>
    <dgm:cxn modelId="{3489A206-C74F-40A5-A99A-17B295011D09}" type="presParOf" srcId="{E99A9FD1-256C-4861-B2E4-61320A039831}" destId="{5F2B2468-82AC-4DE5-97F1-BCED92812709}" srcOrd="0" destOrd="0" presId="urn:microsoft.com/office/officeart/2016/7/layout/RepeatingBendingProcessNew"/>
    <dgm:cxn modelId="{860C3170-CE51-403F-9070-390D489DD560}" type="presParOf" srcId="{E99A9FD1-256C-4861-B2E4-61320A039831}" destId="{16901EDE-BA0B-4D27-A433-6DA8875013CE}" srcOrd="1" destOrd="0" presId="urn:microsoft.com/office/officeart/2016/7/layout/RepeatingBendingProcessNew"/>
    <dgm:cxn modelId="{8C014DD4-6F9B-4BE2-A27F-82B437999C8D}" type="presParOf" srcId="{16901EDE-BA0B-4D27-A433-6DA8875013CE}" destId="{0AAE9486-31B8-4F1E-AE52-C14FD36B47F0}" srcOrd="0" destOrd="0" presId="urn:microsoft.com/office/officeart/2016/7/layout/RepeatingBendingProcessNew"/>
    <dgm:cxn modelId="{F9D035DB-5F31-42F0-97DA-37704BCA58BE}" type="presParOf" srcId="{E99A9FD1-256C-4861-B2E4-61320A039831}" destId="{96080F3B-8016-4B32-8217-57C91B311E87}" srcOrd="2" destOrd="0" presId="urn:microsoft.com/office/officeart/2016/7/layout/RepeatingBendingProcessNew"/>
    <dgm:cxn modelId="{D6E0A100-31CF-44F6-A011-7A646A868D1B}" type="presParOf" srcId="{E99A9FD1-256C-4861-B2E4-61320A039831}" destId="{12845B94-7FC2-416F-807B-3030E4E71084}" srcOrd="3" destOrd="0" presId="urn:microsoft.com/office/officeart/2016/7/layout/RepeatingBendingProcessNew"/>
    <dgm:cxn modelId="{465BD054-6DF0-4813-9A95-E3CF59DC24C2}" type="presParOf" srcId="{12845B94-7FC2-416F-807B-3030E4E71084}" destId="{FE1943AC-B14B-49C0-AEA4-0D508D60E0F4}" srcOrd="0" destOrd="0" presId="urn:microsoft.com/office/officeart/2016/7/layout/RepeatingBendingProcessNew"/>
    <dgm:cxn modelId="{11DF97B8-5311-42F3-8137-423977792A54}" type="presParOf" srcId="{E99A9FD1-256C-4861-B2E4-61320A039831}" destId="{ED714DEE-2539-4843-81AB-77F2A65FC95E}" srcOrd="4" destOrd="0" presId="urn:microsoft.com/office/officeart/2016/7/layout/RepeatingBendingProcessNew"/>
    <dgm:cxn modelId="{80AE9A59-B0BB-46B8-B5A1-A3BEAF439FC7}" type="presParOf" srcId="{E99A9FD1-256C-4861-B2E4-61320A039831}" destId="{DFD1AA40-4B7E-42AA-BDB4-B247DEC7018C}" srcOrd="5" destOrd="0" presId="urn:microsoft.com/office/officeart/2016/7/layout/RepeatingBendingProcessNew"/>
    <dgm:cxn modelId="{FBE3FCB3-A0C3-4B76-886C-0CD04D50A04B}" type="presParOf" srcId="{DFD1AA40-4B7E-42AA-BDB4-B247DEC7018C}" destId="{78126191-457D-492F-8DBE-DA503EECA785}" srcOrd="0" destOrd="0" presId="urn:microsoft.com/office/officeart/2016/7/layout/RepeatingBendingProcessNew"/>
    <dgm:cxn modelId="{8BE3CFFF-1987-418C-AD74-AF8BF6AEFA1F}" type="presParOf" srcId="{E99A9FD1-256C-4861-B2E4-61320A039831}" destId="{E5488C6E-CB48-429B-ABEC-5EB0235F439E}" srcOrd="6" destOrd="0" presId="urn:microsoft.com/office/officeart/2016/7/layout/RepeatingBendingProcessNew"/>
    <dgm:cxn modelId="{27724C1A-C4A5-4B58-92CE-CC44B98CE96A}" type="presParOf" srcId="{E99A9FD1-256C-4861-B2E4-61320A039831}" destId="{345415DD-7C22-4F47-803C-CB80A95E10E7}" srcOrd="7" destOrd="0" presId="urn:microsoft.com/office/officeart/2016/7/layout/RepeatingBendingProcessNew"/>
    <dgm:cxn modelId="{FEA955B9-7C89-42FB-A140-68E755311949}" type="presParOf" srcId="{345415DD-7C22-4F47-803C-CB80A95E10E7}" destId="{7E221CFC-4F80-4453-98CB-578E7E819D19}" srcOrd="0" destOrd="0" presId="urn:microsoft.com/office/officeart/2016/7/layout/RepeatingBendingProcessNew"/>
    <dgm:cxn modelId="{82108ADE-25CA-49FD-9EA1-70676E19FB42}" type="presParOf" srcId="{E99A9FD1-256C-4861-B2E4-61320A039831}" destId="{3ECACA78-4643-45DF-836D-B30410814A22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8CA5D6-65F9-43A7-9E73-00F51C3740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DD4D7F8-4A1C-40D4-9339-54CEE9D02F60}">
      <dgm:prSet/>
      <dgm:spPr/>
      <dgm:t>
        <a:bodyPr/>
        <a:lstStyle/>
        <a:p>
          <a:pPr>
            <a:defRPr cap="all"/>
          </a:pPr>
          <a:r>
            <a:rPr lang="en-US"/>
            <a:t>• Bright and engaging interface</a:t>
          </a:r>
        </a:p>
      </dgm:t>
    </dgm:pt>
    <dgm:pt modelId="{355D917E-2F45-4560-A7B3-030196CAE502}" type="parTrans" cxnId="{03F975A8-D52A-4D8E-8861-96BFFF936D2A}">
      <dgm:prSet/>
      <dgm:spPr/>
      <dgm:t>
        <a:bodyPr/>
        <a:lstStyle/>
        <a:p>
          <a:endParaRPr lang="en-US"/>
        </a:p>
      </dgm:t>
    </dgm:pt>
    <dgm:pt modelId="{4E4F312D-1004-4B5F-936F-93EA4D3E1C72}" type="sibTrans" cxnId="{03F975A8-D52A-4D8E-8861-96BFFF936D2A}">
      <dgm:prSet/>
      <dgm:spPr/>
      <dgm:t>
        <a:bodyPr/>
        <a:lstStyle/>
        <a:p>
          <a:endParaRPr lang="en-US"/>
        </a:p>
      </dgm:t>
    </dgm:pt>
    <dgm:pt modelId="{11C4F356-D947-42EC-8E23-6A2C52F3C4D7}">
      <dgm:prSet/>
      <dgm:spPr/>
      <dgm:t>
        <a:bodyPr/>
        <a:lstStyle/>
        <a:p>
          <a:pPr>
            <a:defRPr cap="all"/>
          </a:pPr>
          <a:r>
            <a:rPr lang="en-US"/>
            <a:t>• Large and simple buttons</a:t>
          </a:r>
        </a:p>
      </dgm:t>
    </dgm:pt>
    <dgm:pt modelId="{55F430FC-3C45-4144-AD3B-8DF931FD6987}" type="parTrans" cxnId="{A4FF52DB-C37D-4BC6-8D5B-8A66AAE298D6}">
      <dgm:prSet/>
      <dgm:spPr/>
      <dgm:t>
        <a:bodyPr/>
        <a:lstStyle/>
        <a:p>
          <a:endParaRPr lang="en-US"/>
        </a:p>
      </dgm:t>
    </dgm:pt>
    <dgm:pt modelId="{8149691D-A945-4586-AEF1-CE2117606BCE}" type="sibTrans" cxnId="{A4FF52DB-C37D-4BC6-8D5B-8A66AAE298D6}">
      <dgm:prSet/>
      <dgm:spPr/>
      <dgm:t>
        <a:bodyPr/>
        <a:lstStyle/>
        <a:p>
          <a:endParaRPr lang="en-US"/>
        </a:p>
      </dgm:t>
    </dgm:pt>
    <dgm:pt modelId="{04323185-198C-40AD-9F78-E9A91A4AE846}">
      <dgm:prSet/>
      <dgm:spPr/>
      <dgm:t>
        <a:bodyPr/>
        <a:lstStyle/>
        <a:p>
          <a:pPr>
            <a:defRPr cap="all"/>
          </a:pPr>
          <a:r>
            <a:rPr lang="en-US"/>
            <a:t>• Short and direct instructions</a:t>
          </a:r>
        </a:p>
      </dgm:t>
    </dgm:pt>
    <dgm:pt modelId="{1E443B45-1731-4987-988F-8A201B7B78F3}" type="parTrans" cxnId="{0A1D434C-EF5C-416F-8C02-BB8BA4DCEE23}">
      <dgm:prSet/>
      <dgm:spPr/>
      <dgm:t>
        <a:bodyPr/>
        <a:lstStyle/>
        <a:p>
          <a:endParaRPr lang="en-US"/>
        </a:p>
      </dgm:t>
    </dgm:pt>
    <dgm:pt modelId="{A7869394-4F0F-4E12-9EA8-3F2C309DF1B4}" type="sibTrans" cxnId="{0A1D434C-EF5C-416F-8C02-BB8BA4DCEE23}">
      <dgm:prSet/>
      <dgm:spPr/>
      <dgm:t>
        <a:bodyPr/>
        <a:lstStyle/>
        <a:p>
          <a:endParaRPr lang="en-US"/>
        </a:p>
      </dgm:t>
    </dgm:pt>
    <dgm:pt modelId="{B2038F5B-C926-4D12-A3AE-9F261004AC89}">
      <dgm:prSet/>
      <dgm:spPr/>
      <dgm:t>
        <a:bodyPr/>
        <a:lstStyle/>
        <a:p>
          <a:pPr>
            <a:defRPr cap="all"/>
          </a:pPr>
          <a:r>
            <a:rPr lang="en-US"/>
            <a:t>• Reward system and replayability</a:t>
          </a:r>
        </a:p>
      </dgm:t>
    </dgm:pt>
    <dgm:pt modelId="{B9015D20-55B6-4CA9-B949-0115BE210358}" type="parTrans" cxnId="{4BDD0455-DBE7-4251-A92C-F38EDB259B43}">
      <dgm:prSet/>
      <dgm:spPr/>
      <dgm:t>
        <a:bodyPr/>
        <a:lstStyle/>
        <a:p>
          <a:endParaRPr lang="en-US"/>
        </a:p>
      </dgm:t>
    </dgm:pt>
    <dgm:pt modelId="{75D7E16D-BD95-45F3-B517-ADAEB518D218}" type="sibTrans" cxnId="{4BDD0455-DBE7-4251-A92C-F38EDB259B43}">
      <dgm:prSet/>
      <dgm:spPr/>
      <dgm:t>
        <a:bodyPr/>
        <a:lstStyle/>
        <a:p>
          <a:endParaRPr lang="en-US"/>
        </a:p>
      </dgm:t>
    </dgm:pt>
    <dgm:pt modelId="{BAE44E4A-2533-4E9A-8900-71155463179A}" type="pres">
      <dgm:prSet presAssocID="{AD8CA5D6-65F9-43A7-9E73-00F51C374069}" presName="root" presStyleCnt="0">
        <dgm:presLayoutVars>
          <dgm:dir/>
          <dgm:resizeHandles val="exact"/>
        </dgm:presLayoutVars>
      </dgm:prSet>
      <dgm:spPr/>
    </dgm:pt>
    <dgm:pt modelId="{02CECD64-8E1D-450F-9A73-0BC92528BF8E}" type="pres">
      <dgm:prSet presAssocID="{5DD4D7F8-4A1C-40D4-9339-54CEE9D02F60}" presName="compNode" presStyleCnt="0"/>
      <dgm:spPr/>
    </dgm:pt>
    <dgm:pt modelId="{423BCFFA-88A9-4330-B4BF-3698F5C1B97B}" type="pres">
      <dgm:prSet presAssocID="{5DD4D7F8-4A1C-40D4-9339-54CEE9D02F60}" presName="iconBgRect" presStyleLbl="bgShp" presStyleIdx="0" presStyleCnt="4"/>
      <dgm:spPr/>
    </dgm:pt>
    <dgm:pt modelId="{75EA7A4A-51F0-4DF0-8FD1-83804B450953}" type="pres">
      <dgm:prSet presAssocID="{5DD4D7F8-4A1C-40D4-9339-54CEE9D02F6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0B04399-B6D6-4F56-9C83-4EA2B4BBC64A}" type="pres">
      <dgm:prSet presAssocID="{5DD4D7F8-4A1C-40D4-9339-54CEE9D02F60}" presName="spaceRect" presStyleCnt="0"/>
      <dgm:spPr/>
    </dgm:pt>
    <dgm:pt modelId="{D43AB1EE-E926-438B-9160-FBF8473C43DE}" type="pres">
      <dgm:prSet presAssocID="{5DD4D7F8-4A1C-40D4-9339-54CEE9D02F60}" presName="textRect" presStyleLbl="revTx" presStyleIdx="0" presStyleCnt="4">
        <dgm:presLayoutVars>
          <dgm:chMax val="1"/>
          <dgm:chPref val="1"/>
        </dgm:presLayoutVars>
      </dgm:prSet>
      <dgm:spPr/>
    </dgm:pt>
    <dgm:pt modelId="{2F8F4DA8-6351-4644-BB2A-5CB53E49C5CE}" type="pres">
      <dgm:prSet presAssocID="{4E4F312D-1004-4B5F-936F-93EA4D3E1C72}" presName="sibTrans" presStyleCnt="0"/>
      <dgm:spPr/>
    </dgm:pt>
    <dgm:pt modelId="{9DA2D797-191C-4C1E-A255-DC1B1CC6FEBB}" type="pres">
      <dgm:prSet presAssocID="{11C4F356-D947-42EC-8E23-6A2C52F3C4D7}" presName="compNode" presStyleCnt="0"/>
      <dgm:spPr/>
    </dgm:pt>
    <dgm:pt modelId="{09B52F2A-44FD-455E-B9EA-625D8B48B444}" type="pres">
      <dgm:prSet presAssocID="{11C4F356-D947-42EC-8E23-6A2C52F3C4D7}" presName="iconBgRect" presStyleLbl="bgShp" presStyleIdx="1" presStyleCnt="4"/>
      <dgm:spPr/>
    </dgm:pt>
    <dgm:pt modelId="{A3F08FAC-F106-4A0E-8B62-89CBA9DD28FD}" type="pres">
      <dgm:prSet presAssocID="{11C4F356-D947-42EC-8E23-6A2C52F3C4D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F34B0957-D94A-4401-BF01-FC5E4F197EE6}" type="pres">
      <dgm:prSet presAssocID="{11C4F356-D947-42EC-8E23-6A2C52F3C4D7}" presName="spaceRect" presStyleCnt="0"/>
      <dgm:spPr/>
    </dgm:pt>
    <dgm:pt modelId="{153711B3-6147-40BE-918D-9E9EC6F199E6}" type="pres">
      <dgm:prSet presAssocID="{11C4F356-D947-42EC-8E23-6A2C52F3C4D7}" presName="textRect" presStyleLbl="revTx" presStyleIdx="1" presStyleCnt="4">
        <dgm:presLayoutVars>
          <dgm:chMax val="1"/>
          <dgm:chPref val="1"/>
        </dgm:presLayoutVars>
      </dgm:prSet>
      <dgm:spPr/>
    </dgm:pt>
    <dgm:pt modelId="{76B68A86-D44F-4397-96DC-FDD8C701F5CD}" type="pres">
      <dgm:prSet presAssocID="{8149691D-A945-4586-AEF1-CE2117606BCE}" presName="sibTrans" presStyleCnt="0"/>
      <dgm:spPr/>
    </dgm:pt>
    <dgm:pt modelId="{7A691C5B-09D3-4807-AC34-D54CEC3D5D5B}" type="pres">
      <dgm:prSet presAssocID="{04323185-198C-40AD-9F78-E9A91A4AE846}" presName="compNode" presStyleCnt="0"/>
      <dgm:spPr/>
    </dgm:pt>
    <dgm:pt modelId="{34A903C2-7457-407A-95E7-9A8E0D90EBF3}" type="pres">
      <dgm:prSet presAssocID="{04323185-198C-40AD-9F78-E9A91A4AE846}" presName="iconBgRect" presStyleLbl="bgShp" presStyleIdx="2" presStyleCnt="4"/>
      <dgm:spPr/>
    </dgm:pt>
    <dgm:pt modelId="{12BF9408-5B0B-43BB-BA69-36A0A40A3394}" type="pres">
      <dgm:prSet presAssocID="{04323185-198C-40AD-9F78-E9A91A4AE84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9CCDCF70-E61A-4B1D-831C-1442DBBF778D}" type="pres">
      <dgm:prSet presAssocID="{04323185-198C-40AD-9F78-E9A91A4AE846}" presName="spaceRect" presStyleCnt="0"/>
      <dgm:spPr/>
    </dgm:pt>
    <dgm:pt modelId="{5DC8ABF4-9294-4525-970B-BC09C06028BB}" type="pres">
      <dgm:prSet presAssocID="{04323185-198C-40AD-9F78-E9A91A4AE846}" presName="textRect" presStyleLbl="revTx" presStyleIdx="2" presStyleCnt="4">
        <dgm:presLayoutVars>
          <dgm:chMax val="1"/>
          <dgm:chPref val="1"/>
        </dgm:presLayoutVars>
      </dgm:prSet>
      <dgm:spPr/>
    </dgm:pt>
    <dgm:pt modelId="{A33D6B3C-ED06-4AB2-83EC-3DF77980E1BF}" type="pres">
      <dgm:prSet presAssocID="{A7869394-4F0F-4E12-9EA8-3F2C309DF1B4}" presName="sibTrans" presStyleCnt="0"/>
      <dgm:spPr/>
    </dgm:pt>
    <dgm:pt modelId="{7A27663E-E0A8-4F14-A026-DD863BE137CE}" type="pres">
      <dgm:prSet presAssocID="{B2038F5B-C926-4D12-A3AE-9F261004AC89}" presName="compNode" presStyleCnt="0"/>
      <dgm:spPr/>
    </dgm:pt>
    <dgm:pt modelId="{43FBFD88-330A-41C6-83CE-86AC4B6E3452}" type="pres">
      <dgm:prSet presAssocID="{B2038F5B-C926-4D12-A3AE-9F261004AC89}" presName="iconBgRect" presStyleLbl="bgShp" presStyleIdx="3" presStyleCnt="4"/>
      <dgm:spPr/>
    </dgm:pt>
    <dgm:pt modelId="{86B2E5FF-0FBD-419B-8760-94F22CB1375E}" type="pres">
      <dgm:prSet presAssocID="{B2038F5B-C926-4D12-A3AE-9F261004AC8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96C5706B-C1D1-41DC-A718-0625350702B8}" type="pres">
      <dgm:prSet presAssocID="{B2038F5B-C926-4D12-A3AE-9F261004AC89}" presName="spaceRect" presStyleCnt="0"/>
      <dgm:spPr/>
    </dgm:pt>
    <dgm:pt modelId="{A0E3A073-DE70-4018-9A1E-F9EEC1797D7D}" type="pres">
      <dgm:prSet presAssocID="{B2038F5B-C926-4D12-A3AE-9F261004AC8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252212-FAE5-4EB2-B2B3-69B4B39E0D53}" type="presOf" srcId="{B2038F5B-C926-4D12-A3AE-9F261004AC89}" destId="{A0E3A073-DE70-4018-9A1E-F9EEC1797D7D}" srcOrd="0" destOrd="0" presId="urn:microsoft.com/office/officeart/2018/5/layout/IconCircleLabelList"/>
    <dgm:cxn modelId="{C45FE83B-E718-40E8-8024-B995B0E74631}" type="presOf" srcId="{04323185-198C-40AD-9F78-E9A91A4AE846}" destId="{5DC8ABF4-9294-4525-970B-BC09C06028BB}" srcOrd="0" destOrd="0" presId="urn:microsoft.com/office/officeart/2018/5/layout/IconCircleLabelList"/>
    <dgm:cxn modelId="{0A1D434C-EF5C-416F-8C02-BB8BA4DCEE23}" srcId="{AD8CA5D6-65F9-43A7-9E73-00F51C374069}" destId="{04323185-198C-40AD-9F78-E9A91A4AE846}" srcOrd="2" destOrd="0" parTransId="{1E443B45-1731-4987-988F-8A201B7B78F3}" sibTransId="{A7869394-4F0F-4E12-9EA8-3F2C309DF1B4}"/>
    <dgm:cxn modelId="{4BDD0455-DBE7-4251-A92C-F38EDB259B43}" srcId="{AD8CA5D6-65F9-43A7-9E73-00F51C374069}" destId="{B2038F5B-C926-4D12-A3AE-9F261004AC89}" srcOrd="3" destOrd="0" parTransId="{B9015D20-55B6-4CA9-B949-0115BE210358}" sibTransId="{75D7E16D-BD95-45F3-B517-ADAEB518D218}"/>
    <dgm:cxn modelId="{03F975A8-D52A-4D8E-8861-96BFFF936D2A}" srcId="{AD8CA5D6-65F9-43A7-9E73-00F51C374069}" destId="{5DD4D7F8-4A1C-40D4-9339-54CEE9D02F60}" srcOrd="0" destOrd="0" parTransId="{355D917E-2F45-4560-A7B3-030196CAE502}" sibTransId="{4E4F312D-1004-4B5F-936F-93EA4D3E1C72}"/>
    <dgm:cxn modelId="{0360A3AA-B731-4A5A-BDBE-7F78E9126873}" type="presOf" srcId="{5DD4D7F8-4A1C-40D4-9339-54CEE9D02F60}" destId="{D43AB1EE-E926-438B-9160-FBF8473C43DE}" srcOrd="0" destOrd="0" presId="urn:microsoft.com/office/officeart/2018/5/layout/IconCircleLabelList"/>
    <dgm:cxn modelId="{AEC0D9CF-2F46-42B8-8AA8-EF187499F8A1}" type="presOf" srcId="{AD8CA5D6-65F9-43A7-9E73-00F51C374069}" destId="{BAE44E4A-2533-4E9A-8900-71155463179A}" srcOrd="0" destOrd="0" presId="urn:microsoft.com/office/officeart/2018/5/layout/IconCircleLabelList"/>
    <dgm:cxn modelId="{A4FF52DB-C37D-4BC6-8D5B-8A66AAE298D6}" srcId="{AD8CA5D6-65F9-43A7-9E73-00F51C374069}" destId="{11C4F356-D947-42EC-8E23-6A2C52F3C4D7}" srcOrd="1" destOrd="0" parTransId="{55F430FC-3C45-4144-AD3B-8DF931FD6987}" sibTransId="{8149691D-A945-4586-AEF1-CE2117606BCE}"/>
    <dgm:cxn modelId="{8C62B4EF-DC87-4696-B091-1D921F12E8D4}" type="presOf" srcId="{11C4F356-D947-42EC-8E23-6A2C52F3C4D7}" destId="{153711B3-6147-40BE-918D-9E9EC6F199E6}" srcOrd="0" destOrd="0" presId="urn:microsoft.com/office/officeart/2018/5/layout/IconCircleLabelList"/>
    <dgm:cxn modelId="{ED044448-F6C5-4029-996F-8DBAD47F3428}" type="presParOf" srcId="{BAE44E4A-2533-4E9A-8900-71155463179A}" destId="{02CECD64-8E1D-450F-9A73-0BC92528BF8E}" srcOrd="0" destOrd="0" presId="urn:microsoft.com/office/officeart/2018/5/layout/IconCircleLabelList"/>
    <dgm:cxn modelId="{3F92984C-94BB-4053-B7F2-0EA70DF8D0A5}" type="presParOf" srcId="{02CECD64-8E1D-450F-9A73-0BC92528BF8E}" destId="{423BCFFA-88A9-4330-B4BF-3698F5C1B97B}" srcOrd="0" destOrd="0" presId="urn:microsoft.com/office/officeart/2018/5/layout/IconCircleLabelList"/>
    <dgm:cxn modelId="{D45510BB-2F38-4B42-A8A8-B7FC1D061322}" type="presParOf" srcId="{02CECD64-8E1D-450F-9A73-0BC92528BF8E}" destId="{75EA7A4A-51F0-4DF0-8FD1-83804B450953}" srcOrd="1" destOrd="0" presId="urn:microsoft.com/office/officeart/2018/5/layout/IconCircleLabelList"/>
    <dgm:cxn modelId="{D508C46A-F2F7-4038-8AF4-4CB49B8370EC}" type="presParOf" srcId="{02CECD64-8E1D-450F-9A73-0BC92528BF8E}" destId="{C0B04399-B6D6-4F56-9C83-4EA2B4BBC64A}" srcOrd="2" destOrd="0" presId="urn:microsoft.com/office/officeart/2018/5/layout/IconCircleLabelList"/>
    <dgm:cxn modelId="{908DBB2F-30C7-4847-B896-F29DD9DF859A}" type="presParOf" srcId="{02CECD64-8E1D-450F-9A73-0BC92528BF8E}" destId="{D43AB1EE-E926-438B-9160-FBF8473C43DE}" srcOrd="3" destOrd="0" presId="urn:microsoft.com/office/officeart/2018/5/layout/IconCircleLabelList"/>
    <dgm:cxn modelId="{4D00C814-1EA8-4F34-9FB5-A5E03BEED060}" type="presParOf" srcId="{BAE44E4A-2533-4E9A-8900-71155463179A}" destId="{2F8F4DA8-6351-4644-BB2A-5CB53E49C5CE}" srcOrd="1" destOrd="0" presId="urn:microsoft.com/office/officeart/2018/5/layout/IconCircleLabelList"/>
    <dgm:cxn modelId="{CEDA6422-9F77-4471-B4E5-77CD5857EF87}" type="presParOf" srcId="{BAE44E4A-2533-4E9A-8900-71155463179A}" destId="{9DA2D797-191C-4C1E-A255-DC1B1CC6FEBB}" srcOrd="2" destOrd="0" presId="urn:microsoft.com/office/officeart/2018/5/layout/IconCircleLabelList"/>
    <dgm:cxn modelId="{3803DB19-762F-43EA-871E-3004FE415089}" type="presParOf" srcId="{9DA2D797-191C-4C1E-A255-DC1B1CC6FEBB}" destId="{09B52F2A-44FD-455E-B9EA-625D8B48B444}" srcOrd="0" destOrd="0" presId="urn:microsoft.com/office/officeart/2018/5/layout/IconCircleLabelList"/>
    <dgm:cxn modelId="{B0D67009-73A0-4C05-B499-47A0F2B210CB}" type="presParOf" srcId="{9DA2D797-191C-4C1E-A255-DC1B1CC6FEBB}" destId="{A3F08FAC-F106-4A0E-8B62-89CBA9DD28FD}" srcOrd="1" destOrd="0" presId="urn:microsoft.com/office/officeart/2018/5/layout/IconCircleLabelList"/>
    <dgm:cxn modelId="{F6151F78-6128-408D-98A2-6F4F0BABAE36}" type="presParOf" srcId="{9DA2D797-191C-4C1E-A255-DC1B1CC6FEBB}" destId="{F34B0957-D94A-4401-BF01-FC5E4F197EE6}" srcOrd="2" destOrd="0" presId="urn:microsoft.com/office/officeart/2018/5/layout/IconCircleLabelList"/>
    <dgm:cxn modelId="{27C6FFB0-87FC-49CD-9DF4-6E91DEA6F7AB}" type="presParOf" srcId="{9DA2D797-191C-4C1E-A255-DC1B1CC6FEBB}" destId="{153711B3-6147-40BE-918D-9E9EC6F199E6}" srcOrd="3" destOrd="0" presId="urn:microsoft.com/office/officeart/2018/5/layout/IconCircleLabelList"/>
    <dgm:cxn modelId="{70A142FF-778F-4039-882D-DCDD2980FEB5}" type="presParOf" srcId="{BAE44E4A-2533-4E9A-8900-71155463179A}" destId="{76B68A86-D44F-4397-96DC-FDD8C701F5CD}" srcOrd="3" destOrd="0" presId="urn:microsoft.com/office/officeart/2018/5/layout/IconCircleLabelList"/>
    <dgm:cxn modelId="{11DFAF82-A589-4366-AC05-4165DE5456B6}" type="presParOf" srcId="{BAE44E4A-2533-4E9A-8900-71155463179A}" destId="{7A691C5B-09D3-4807-AC34-D54CEC3D5D5B}" srcOrd="4" destOrd="0" presId="urn:microsoft.com/office/officeart/2018/5/layout/IconCircleLabelList"/>
    <dgm:cxn modelId="{7FF58DA5-9E55-4D29-9850-999348E6FBBE}" type="presParOf" srcId="{7A691C5B-09D3-4807-AC34-D54CEC3D5D5B}" destId="{34A903C2-7457-407A-95E7-9A8E0D90EBF3}" srcOrd="0" destOrd="0" presId="urn:microsoft.com/office/officeart/2018/5/layout/IconCircleLabelList"/>
    <dgm:cxn modelId="{C878ECD7-DB81-4662-864B-A19955032220}" type="presParOf" srcId="{7A691C5B-09D3-4807-AC34-D54CEC3D5D5B}" destId="{12BF9408-5B0B-43BB-BA69-36A0A40A3394}" srcOrd="1" destOrd="0" presId="urn:microsoft.com/office/officeart/2018/5/layout/IconCircleLabelList"/>
    <dgm:cxn modelId="{7E1C9CEA-4FE7-4126-9BA7-087B339DECC0}" type="presParOf" srcId="{7A691C5B-09D3-4807-AC34-D54CEC3D5D5B}" destId="{9CCDCF70-E61A-4B1D-831C-1442DBBF778D}" srcOrd="2" destOrd="0" presId="urn:microsoft.com/office/officeart/2018/5/layout/IconCircleLabelList"/>
    <dgm:cxn modelId="{3DA06CBB-EEE1-402C-A9BD-FC50F4814299}" type="presParOf" srcId="{7A691C5B-09D3-4807-AC34-D54CEC3D5D5B}" destId="{5DC8ABF4-9294-4525-970B-BC09C06028BB}" srcOrd="3" destOrd="0" presId="urn:microsoft.com/office/officeart/2018/5/layout/IconCircleLabelList"/>
    <dgm:cxn modelId="{A272545B-4743-4BBC-9F65-2BAC81400A33}" type="presParOf" srcId="{BAE44E4A-2533-4E9A-8900-71155463179A}" destId="{A33D6B3C-ED06-4AB2-83EC-3DF77980E1BF}" srcOrd="5" destOrd="0" presId="urn:microsoft.com/office/officeart/2018/5/layout/IconCircleLabelList"/>
    <dgm:cxn modelId="{5A27CB8C-214C-426C-8973-50E1DE38DF29}" type="presParOf" srcId="{BAE44E4A-2533-4E9A-8900-71155463179A}" destId="{7A27663E-E0A8-4F14-A026-DD863BE137CE}" srcOrd="6" destOrd="0" presId="urn:microsoft.com/office/officeart/2018/5/layout/IconCircleLabelList"/>
    <dgm:cxn modelId="{C8929FBF-7780-42A0-9623-206A648CE6FA}" type="presParOf" srcId="{7A27663E-E0A8-4F14-A026-DD863BE137CE}" destId="{43FBFD88-330A-41C6-83CE-86AC4B6E3452}" srcOrd="0" destOrd="0" presId="urn:microsoft.com/office/officeart/2018/5/layout/IconCircleLabelList"/>
    <dgm:cxn modelId="{54EA69B2-2F85-4442-9E51-3D993A6C119B}" type="presParOf" srcId="{7A27663E-E0A8-4F14-A026-DD863BE137CE}" destId="{86B2E5FF-0FBD-419B-8760-94F22CB1375E}" srcOrd="1" destOrd="0" presId="urn:microsoft.com/office/officeart/2018/5/layout/IconCircleLabelList"/>
    <dgm:cxn modelId="{8A3D8BA0-CD84-4F77-BB57-AC2CCD06950E}" type="presParOf" srcId="{7A27663E-E0A8-4F14-A026-DD863BE137CE}" destId="{96C5706B-C1D1-41DC-A718-0625350702B8}" srcOrd="2" destOrd="0" presId="urn:microsoft.com/office/officeart/2018/5/layout/IconCircleLabelList"/>
    <dgm:cxn modelId="{B6A5798F-60D9-4750-805B-AB2C059ABFFE}" type="presParOf" srcId="{7A27663E-E0A8-4F14-A026-DD863BE137CE}" destId="{A0E3A073-DE70-4018-9A1E-F9EEC1797D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351C19-CBF2-43E9-8408-04939805C390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5F5A91-384F-4928-BF0E-3C44578DF17C}">
      <dgm:prSet/>
      <dgm:spPr/>
      <dgm:t>
        <a:bodyPr/>
        <a:lstStyle/>
        <a:p>
          <a:r>
            <a:rPr lang="en-US"/>
            <a:t>• Big and bright colors</a:t>
          </a:r>
        </a:p>
      </dgm:t>
    </dgm:pt>
    <dgm:pt modelId="{0ADF542A-5B89-439E-B6FE-942C25D7C528}" type="parTrans" cxnId="{7E7512A0-F724-4215-B1CF-BE4D1689277D}">
      <dgm:prSet/>
      <dgm:spPr/>
      <dgm:t>
        <a:bodyPr/>
        <a:lstStyle/>
        <a:p>
          <a:endParaRPr lang="en-US"/>
        </a:p>
      </dgm:t>
    </dgm:pt>
    <dgm:pt modelId="{F23242C9-89BB-4BC0-BE5C-B15FAE9305AC}" type="sibTrans" cxnId="{7E7512A0-F724-4215-B1CF-BE4D1689277D}">
      <dgm:prSet/>
      <dgm:spPr/>
      <dgm:t>
        <a:bodyPr/>
        <a:lstStyle/>
        <a:p>
          <a:endParaRPr lang="en-US"/>
        </a:p>
      </dgm:t>
    </dgm:pt>
    <dgm:pt modelId="{55397FE9-2C3D-4760-A293-77AB50063AE3}">
      <dgm:prSet/>
      <dgm:spPr/>
      <dgm:t>
        <a:bodyPr/>
        <a:lstStyle/>
        <a:p>
          <a:r>
            <a:rPr lang="en-US"/>
            <a:t>• Simple navigation</a:t>
          </a:r>
        </a:p>
      </dgm:t>
    </dgm:pt>
    <dgm:pt modelId="{D23D6C38-6BFA-42DC-8C12-46DEC480A715}" type="parTrans" cxnId="{AE6C5D16-45A8-41FA-A5AD-79B06D520184}">
      <dgm:prSet/>
      <dgm:spPr/>
      <dgm:t>
        <a:bodyPr/>
        <a:lstStyle/>
        <a:p>
          <a:endParaRPr lang="en-US"/>
        </a:p>
      </dgm:t>
    </dgm:pt>
    <dgm:pt modelId="{55F39612-2DFA-4B8C-A0B1-6A141215A748}" type="sibTrans" cxnId="{AE6C5D16-45A8-41FA-A5AD-79B06D520184}">
      <dgm:prSet/>
      <dgm:spPr/>
      <dgm:t>
        <a:bodyPr/>
        <a:lstStyle/>
        <a:p>
          <a:endParaRPr lang="en-US"/>
        </a:p>
      </dgm:t>
    </dgm:pt>
    <dgm:pt modelId="{E590C0C0-C4B6-433F-A17D-60BF96EDED74}">
      <dgm:prSet/>
      <dgm:spPr/>
      <dgm:t>
        <a:bodyPr/>
        <a:lstStyle/>
        <a:p>
          <a:r>
            <a:rPr lang="en-US"/>
            <a:t>• Readable fonts and minimal text</a:t>
          </a:r>
        </a:p>
      </dgm:t>
    </dgm:pt>
    <dgm:pt modelId="{5B61E2AC-7AE1-408C-972D-4A271623E1B0}" type="parTrans" cxnId="{101013BC-6B82-434A-B37C-C005CF49AD51}">
      <dgm:prSet/>
      <dgm:spPr/>
      <dgm:t>
        <a:bodyPr/>
        <a:lstStyle/>
        <a:p>
          <a:endParaRPr lang="en-US"/>
        </a:p>
      </dgm:t>
    </dgm:pt>
    <dgm:pt modelId="{5EC360C2-A1CB-47DB-87A7-671B0B630E2D}" type="sibTrans" cxnId="{101013BC-6B82-434A-B37C-C005CF49AD51}">
      <dgm:prSet/>
      <dgm:spPr/>
      <dgm:t>
        <a:bodyPr/>
        <a:lstStyle/>
        <a:p>
          <a:endParaRPr lang="en-US"/>
        </a:p>
      </dgm:t>
    </dgm:pt>
    <dgm:pt modelId="{CEA3DFD9-276B-4C8B-A1F5-53400E3DDB6F}">
      <dgm:prSet/>
      <dgm:spPr/>
      <dgm:t>
        <a:bodyPr/>
        <a:lstStyle/>
        <a:p>
          <a:r>
            <a:rPr lang="en-US"/>
            <a:t>• Progress bar for tracking</a:t>
          </a:r>
        </a:p>
      </dgm:t>
    </dgm:pt>
    <dgm:pt modelId="{C1819488-8874-4205-BA3D-AADF2448A4BC}" type="parTrans" cxnId="{635119E1-B7A5-4731-8D8B-B6FF9051902F}">
      <dgm:prSet/>
      <dgm:spPr/>
      <dgm:t>
        <a:bodyPr/>
        <a:lstStyle/>
        <a:p>
          <a:endParaRPr lang="en-US"/>
        </a:p>
      </dgm:t>
    </dgm:pt>
    <dgm:pt modelId="{85FB421A-50B5-457C-8D95-CBC8E3F31316}" type="sibTrans" cxnId="{635119E1-B7A5-4731-8D8B-B6FF9051902F}">
      <dgm:prSet/>
      <dgm:spPr/>
      <dgm:t>
        <a:bodyPr/>
        <a:lstStyle/>
        <a:p>
          <a:endParaRPr lang="en-US"/>
        </a:p>
      </dgm:t>
    </dgm:pt>
    <dgm:pt modelId="{E38380D9-0B5E-4568-9C03-D53DA6B853E9}" type="pres">
      <dgm:prSet presAssocID="{A2351C19-CBF2-43E9-8408-04939805C390}" presName="matrix" presStyleCnt="0">
        <dgm:presLayoutVars>
          <dgm:chMax val="1"/>
          <dgm:dir/>
          <dgm:resizeHandles val="exact"/>
        </dgm:presLayoutVars>
      </dgm:prSet>
      <dgm:spPr/>
    </dgm:pt>
    <dgm:pt modelId="{0490E1E2-993C-4EBE-A404-3217B1B8EEDC}" type="pres">
      <dgm:prSet presAssocID="{A2351C19-CBF2-43E9-8408-04939805C390}" presName="diamond" presStyleLbl="bgShp" presStyleIdx="0" presStyleCnt="1"/>
      <dgm:spPr/>
    </dgm:pt>
    <dgm:pt modelId="{99312F96-5495-4DB1-89EB-1F8F433B24E5}" type="pres">
      <dgm:prSet presAssocID="{A2351C19-CBF2-43E9-8408-04939805C39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107972F-F44E-4E4C-8A5C-EFE1E00AA25E}" type="pres">
      <dgm:prSet presAssocID="{A2351C19-CBF2-43E9-8408-04939805C39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2F1B1B4-E1AB-4010-B7F7-E627562B2256}" type="pres">
      <dgm:prSet presAssocID="{A2351C19-CBF2-43E9-8408-04939805C39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C6C946-1F1A-44F1-A391-461672408E80}" type="pres">
      <dgm:prSet presAssocID="{A2351C19-CBF2-43E9-8408-04939805C39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CC77701-1E92-4745-814F-1A3F70EA3658}" type="presOf" srcId="{55397FE9-2C3D-4760-A293-77AB50063AE3}" destId="{0107972F-F44E-4E4C-8A5C-EFE1E00AA25E}" srcOrd="0" destOrd="0" presId="urn:microsoft.com/office/officeart/2005/8/layout/matrix3"/>
    <dgm:cxn modelId="{AE6C5D16-45A8-41FA-A5AD-79B06D520184}" srcId="{A2351C19-CBF2-43E9-8408-04939805C390}" destId="{55397FE9-2C3D-4760-A293-77AB50063AE3}" srcOrd="1" destOrd="0" parTransId="{D23D6C38-6BFA-42DC-8C12-46DEC480A715}" sibTransId="{55F39612-2DFA-4B8C-A0B1-6A141215A748}"/>
    <dgm:cxn modelId="{E716B258-0F8B-4CF8-AAB7-005106193032}" type="presOf" srcId="{CEA3DFD9-276B-4C8B-A1F5-53400E3DDB6F}" destId="{B3C6C946-1F1A-44F1-A391-461672408E80}" srcOrd="0" destOrd="0" presId="urn:microsoft.com/office/officeart/2005/8/layout/matrix3"/>
    <dgm:cxn modelId="{7E7512A0-F724-4215-B1CF-BE4D1689277D}" srcId="{A2351C19-CBF2-43E9-8408-04939805C390}" destId="{B15F5A91-384F-4928-BF0E-3C44578DF17C}" srcOrd="0" destOrd="0" parTransId="{0ADF542A-5B89-439E-B6FE-942C25D7C528}" sibTransId="{F23242C9-89BB-4BC0-BE5C-B15FAE9305AC}"/>
    <dgm:cxn modelId="{CE51EAA4-91C1-4145-9CE4-3E7898E3CAE0}" type="presOf" srcId="{E590C0C0-C4B6-433F-A17D-60BF96EDED74}" destId="{32F1B1B4-E1AB-4010-B7F7-E627562B2256}" srcOrd="0" destOrd="0" presId="urn:microsoft.com/office/officeart/2005/8/layout/matrix3"/>
    <dgm:cxn modelId="{101013BC-6B82-434A-B37C-C005CF49AD51}" srcId="{A2351C19-CBF2-43E9-8408-04939805C390}" destId="{E590C0C0-C4B6-433F-A17D-60BF96EDED74}" srcOrd="2" destOrd="0" parTransId="{5B61E2AC-7AE1-408C-972D-4A271623E1B0}" sibTransId="{5EC360C2-A1CB-47DB-87A7-671B0B630E2D}"/>
    <dgm:cxn modelId="{E12D17D5-31E4-4F5B-89C5-F6CA6E7633F7}" type="presOf" srcId="{A2351C19-CBF2-43E9-8408-04939805C390}" destId="{E38380D9-0B5E-4568-9C03-D53DA6B853E9}" srcOrd="0" destOrd="0" presId="urn:microsoft.com/office/officeart/2005/8/layout/matrix3"/>
    <dgm:cxn modelId="{635119E1-B7A5-4731-8D8B-B6FF9051902F}" srcId="{A2351C19-CBF2-43E9-8408-04939805C390}" destId="{CEA3DFD9-276B-4C8B-A1F5-53400E3DDB6F}" srcOrd="3" destOrd="0" parTransId="{C1819488-8874-4205-BA3D-AADF2448A4BC}" sibTransId="{85FB421A-50B5-457C-8D95-CBC8E3F31316}"/>
    <dgm:cxn modelId="{83E5D3F5-E4FB-444F-A25B-B550FDED4128}" type="presOf" srcId="{B15F5A91-384F-4928-BF0E-3C44578DF17C}" destId="{99312F96-5495-4DB1-89EB-1F8F433B24E5}" srcOrd="0" destOrd="0" presId="urn:microsoft.com/office/officeart/2005/8/layout/matrix3"/>
    <dgm:cxn modelId="{E3F9E614-9879-4E3D-BE33-AA8107A8BE2F}" type="presParOf" srcId="{E38380D9-0B5E-4568-9C03-D53DA6B853E9}" destId="{0490E1E2-993C-4EBE-A404-3217B1B8EEDC}" srcOrd="0" destOrd="0" presId="urn:microsoft.com/office/officeart/2005/8/layout/matrix3"/>
    <dgm:cxn modelId="{AA17D0D6-3728-4721-870D-36B34DD90CFB}" type="presParOf" srcId="{E38380D9-0B5E-4568-9C03-D53DA6B853E9}" destId="{99312F96-5495-4DB1-89EB-1F8F433B24E5}" srcOrd="1" destOrd="0" presId="urn:microsoft.com/office/officeart/2005/8/layout/matrix3"/>
    <dgm:cxn modelId="{613E43FF-5ADD-4FAC-8392-AB2319B65B71}" type="presParOf" srcId="{E38380D9-0B5E-4568-9C03-D53DA6B853E9}" destId="{0107972F-F44E-4E4C-8A5C-EFE1E00AA25E}" srcOrd="2" destOrd="0" presId="urn:microsoft.com/office/officeart/2005/8/layout/matrix3"/>
    <dgm:cxn modelId="{11CFE81A-DB72-4439-85C0-74096E28350A}" type="presParOf" srcId="{E38380D9-0B5E-4568-9C03-D53DA6B853E9}" destId="{32F1B1B4-E1AB-4010-B7F7-E627562B2256}" srcOrd="3" destOrd="0" presId="urn:microsoft.com/office/officeart/2005/8/layout/matrix3"/>
    <dgm:cxn modelId="{193FEAE9-3CE5-43B8-AA9C-F04F139DAE46}" type="presParOf" srcId="{E38380D9-0B5E-4568-9C03-D53DA6B853E9}" destId="{B3C6C946-1F1A-44F1-A391-461672408E8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EF4E86-CD9A-4C00-B02A-265FA4A3973C}">
      <dsp:nvSpPr>
        <dsp:cNvPr id="0" name=""/>
        <dsp:cNvSpPr/>
      </dsp:nvSpPr>
      <dsp:spPr>
        <a:xfrm>
          <a:off x="0" y="77551"/>
          <a:ext cx="5175384" cy="1734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Web-based quiz game for children aged 10–15 years.</a:t>
          </a:r>
        </a:p>
      </dsp:txBody>
      <dsp:txXfrm>
        <a:off x="84655" y="162206"/>
        <a:ext cx="5006074" cy="1564849"/>
      </dsp:txXfrm>
    </dsp:sp>
    <dsp:sp modelId="{A5CE8570-D0D0-4945-9E18-CBB6EE4F2F03}">
      <dsp:nvSpPr>
        <dsp:cNvPr id="0" name=""/>
        <dsp:cNvSpPr/>
      </dsp:nvSpPr>
      <dsp:spPr>
        <a:xfrm>
          <a:off x="0" y="1900990"/>
          <a:ext cx="5175384" cy="173415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Focused on cyber safety and 2FA awareness.</a:t>
          </a:r>
        </a:p>
      </dsp:txBody>
      <dsp:txXfrm>
        <a:off x="84655" y="1985645"/>
        <a:ext cx="5006074" cy="1564849"/>
      </dsp:txXfrm>
    </dsp:sp>
    <dsp:sp modelId="{3BAD9A77-9F7B-46F9-B557-2F8B6F7EBBC0}">
      <dsp:nvSpPr>
        <dsp:cNvPr id="0" name=""/>
        <dsp:cNvSpPr/>
      </dsp:nvSpPr>
      <dsp:spPr>
        <a:xfrm>
          <a:off x="0" y="3724430"/>
          <a:ext cx="5175384" cy="17341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Helps players identify phishing and fake login attempts.</a:t>
          </a:r>
        </a:p>
      </dsp:txBody>
      <dsp:txXfrm>
        <a:off x="84655" y="3809085"/>
        <a:ext cx="5006074" cy="15648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65F304-296A-4E96-9C28-1BBF423821E1}">
      <dsp:nvSpPr>
        <dsp:cNvPr id="0" name=""/>
        <dsp:cNvSpPr/>
      </dsp:nvSpPr>
      <dsp:spPr>
        <a:xfrm>
          <a:off x="0" y="817866"/>
          <a:ext cx="4773168" cy="12331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Understand how attackers bypass 2FA.</a:t>
          </a:r>
        </a:p>
      </dsp:txBody>
      <dsp:txXfrm>
        <a:off x="60199" y="878065"/>
        <a:ext cx="4652770" cy="1112781"/>
      </dsp:txXfrm>
    </dsp:sp>
    <dsp:sp modelId="{DE671380-C5CB-4ED6-9A32-7A7D2481F70A}">
      <dsp:nvSpPr>
        <dsp:cNvPr id="0" name=""/>
        <dsp:cNvSpPr/>
      </dsp:nvSpPr>
      <dsp:spPr>
        <a:xfrm>
          <a:off x="0" y="2140326"/>
          <a:ext cx="4773168" cy="123317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Detect phishing messages and fake login pages.</a:t>
          </a:r>
        </a:p>
      </dsp:txBody>
      <dsp:txXfrm>
        <a:off x="60199" y="2200525"/>
        <a:ext cx="4652770" cy="1112781"/>
      </dsp:txXfrm>
    </dsp:sp>
    <dsp:sp modelId="{1C8DA23C-8ACD-4925-8631-07CCD982B7D3}">
      <dsp:nvSpPr>
        <dsp:cNvPr id="0" name=""/>
        <dsp:cNvSpPr/>
      </dsp:nvSpPr>
      <dsp:spPr>
        <a:xfrm>
          <a:off x="0" y="3462786"/>
          <a:ext cx="4773168" cy="123317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Build safe online habits and awareness.</a:t>
          </a:r>
        </a:p>
      </dsp:txBody>
      <dsp:txXfrm>
        <a:off x="60199" y="3522985"/>
        <a:ext cx="4652770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901EDE-BA0B-4D27-A433-6DA8875013CE}">
      <dsp:nvSpPr>
        <dsp:cNvPr id="0" name=""/>
        <dsp:cNvSpPr/>
      </dsp:nvSpPr>
      <dsp:spPr>
        <a:xfrm>
          <a:off x="2138737" y="935381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978641"/>
        <a:ext cx="24604" cy="4920"/>
      </dsp:txXfrm>
    </dsp:sp>
    <dsp:sp modelId="{5F2B2468-82AC-4DE5-97F1-BCED92812709}">
      <dsp:nvSpPr>
        <dsp:cNvPr id="0" name=""/>
        <dsp:cNvSpPr/>
      </dsp:nvSpPr>
      <dsp:spPr>
        <a:xfrm>
          <a:off x="1002" y="339241"/>
          <a:ext cx="2139535" cy="1283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Read a cybersecurity challenge</a:t>
          </a:r>
        </a:p>
      </dsp:txBody>
      <dsp:txXfrm>
        <a:off x="1002" y="339241"/>
        <a:ext cx="2139535" cy="1283721"/>
      </dsp:txXfrm>
    </dsp:sp>
    <dsp:sp modelId="{12845B94-7FC2-416F-807B-3030E4E71084}">
      <dsp:nvSpPr>
        <dsp:cNvPr id="0" name=""/>
        <dsp:cNvSpPr/>
      </dsp:nvSpPr>
      <dsp:spPr>
        <a:xfrm>
          <a:off x="1070769" y="1621162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1849448"/>
        <a:ext cx="133862" cy="4920"/>
      </dsp:txXfrm>
    </dsp:sp>
    <dsp:sp modelId="{96080F3B-8016-4B32-8217-57C91B311E87}">
      <dsp:nvSpPr>
        <dsp:cNvPr id="0" name=""/>
        <dsp:cNvSpPr/>
      </dsp:nvSpPr>
      <dsp:spPr>
        <a:xfrm>
          <a:off x="2632630" y="339241"/>
          <a:ext cx="2139535" cy="1283721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Choose the safest answer</a:t>
          </a:r>
        </a:p>
      </dsp:txBody>
      <dsp:txXfrm>
        <a:off x="2632630" y="339241"/>
        <a:ext cx="2139535" cy="1283721"/>
      </dsp:txXfrm>
    </dsp:sp>
    <dsp:sp modelId="{DFD1AA40-4B7E-42AA-BDB4-B247DEC7018C}">
      <dsp:nvSpPr>
        <dsp:cNvPr id="0" name=""/>
        <dsp:cNvSpPr/>
      </dsp:nvSpPr>
      <dsp:spPr>
        <a:xfrm>
          <a:off x="2138737" y="2711196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2754455"/>
        <a:ext cx="24604" cy="4920"/>
      </dsp:txXfrm>
    </dsp:sp>
    <dsp:sp modelId="{ED714DEE-2539-4843-81AB-77F2A65FC95E}">
      <dsp:nvSpPr>
        <dsp:cNvPr id="0" name=""/>
        <dsp:cNvSpPr/>
      </dsp:nvSpPr>
      <dsp:spPr>
        <a:xfrm>
          <a:off x="1002" y="2115055"/>
          <a:ext cx="2139535" cy="1283721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Receive instant feedback</a:t>
          </a:r>
        </a:p>
      </dsp:txBody>
      <dsp:txXfrm>
        <a:off x="1002" y="2115055"/>
        <a:ext cx="2139535" cy="1283721"/>
      </dsp:txXfrm>
    </dsp:sp>
    <dsp:sp modelId="{345415DD-7C22-4F47-803C-CB80A95E10E7}">
      <dsp:nvSpPr>
        <dsp:cNvPr id="0" name=""/>
        <dsp:cNvSpPr/>
      </dsp:nvSpPr>
      <dsp:spPr>
        <a:xfrm>
          <a:off x="1070769" y="3396976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3625262"/>
        <a:ext cx="133862" cy="4920"/>
      </dsp:txXfrm>
    </dsp:sp>
    <dsp:sp modelId="{E5488C6E-CB48-429B-ABEC-5EB0235F439E}">
      <dsp:nvSpPr>
        <dsp:cNvPr id="0" name=""/>
        <dsp:cNvSpPr/>
      </dsp:nvSpPr>
      <dsp:spPr>
        <a:xfrm>
          <a:off x="2632630" y="2115055"/>
          <a:ext cx="2139535" cy="1283721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Earn rewards, stars, and badges</a:t>
          </a:r>
        </a:p>
      </dsp:txBody>
      <dsp:txXfrm>
        <a:off x="2632630" y="2115055"/>
        <a:ext cx="2139535" cy="1283721"/>
      </dsp:txXfrm>
    </dsp:sp>
    <dsp:sp modelId="{3ECACA78-4643-45DF-836D-B30410814A22}">
      <dsp:nvSpPr>
        <dsp:cNvPr id="0" name=""/>
        <dsp:cNvSpPr/>
      </dsp:nvSpPr>
      <dsp:spPr>
        <a:xfrm>
          <a:off x="1002" y="3890869"/>
          <a:ext cx="2139535" cy="128372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5. Replay to improve score</a:t>
          </a:r>
        </a:p>
      </dsp:txBody>
      <dsp:txXfrm>
        <a:off x="1002" y="3890869"/>
        <a:ext cx="2139535" cy="12837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BCFFA-88A9-4330-B4BF-3698F5C1B97B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A7A4A-51F0-4DF0-8FD1-83804B450953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AB1EE-E926-438B-9160-FBF8473C43DE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Bright and engaging interface</a:t>
          </a:r>
        </a:p>
      </dsp:txBody>
      <dsp:txXfrm>
        <a:off x="25435" y="2456402"/>
        <a:ext cx="1800000" cy="720000"/>
      </dsp:txXfrm>
    </dsp:sp>
    <dsp:sp modelId="{09B52F2A-44FD-455E-B9EA-625D8B48B44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08FAC-F106-4A0E-8B62-89CBA9DD28FD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711B3-6147-40BE-918D-9E9EC6F199E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Large and simple buttons</a:t>
          </a:r>
        </a:p>
      </dsp:txBody>
      <dsp:txXfrm>
        <a:off x="2140435" y="2456402"/>
        <a:ext cx="1800000" cy="720000"/>
      </dsp:txXfrm>
    </dsp:sp>
    <dsp:sp modelId="{34A903C2-7457-407A-95E7-9A8E0D90EBF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F9408-5B0B-43BB-BA69-36A0A40A339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8ABF4-9294-4525-970B-BC09C06028B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Short and direct instructions</a:t>
          </a:r>
        </a:p>
      </dsp:txBody>
      <dsp:txXfrm>
        <a:off x="4255435" y="2456402"/>
        <a:ext cx="1800000" cy="720000"/>
      </dsp:txXfrm>
    </dsp:sp>
    <dsp:sp modelId="{43FBFD88-330A-41C6-83CE-86AC4B6E345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2E5FF-0FBD-419B-8760-94F22CB1375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3A073-DE70-4018-9A1E-F9EEC1797D7D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Reward system and replayability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0E1E2-993C-4EBE-A404-3217B1B8EEDC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12F96-5495-4DB1-89EB-1F8F433B24E5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Big and bright colors</a:t>
          </a:r>
        </a:p>
      </dsp:txBody>
      <dsp:txXfrm>
        <a:off x="535720" y="939199"/>
        <a:ext cx="1653242" cy="1653242"/>
      </dsp:txXfrm>
    </dsp:sp>
    <dsp:sp modelId="{0107972F-F44E-4E4C-8A5C-EFE1E00AA25E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Simple navigation</a:t>
          </a:r>
        </a:p>
      </dsp:txBody>
      <dsp:txXfrm>
        <a:off x="2508766" y="939199"/>
        <a:ext cx="1653242" cy="1653242"/>
      </dsp:txXfrm>
    </dsp:sp>
    <dsp:sp modelId="{32F1B1B4-E1AB-4010-B7F7-E627562B2256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Readable fonts and minimal text</a:t>
          </a:r>
        </a:p>
      </dsp:txBody>
      <dsp:txXfrm>
        <a:off x="535720" y="2912245"/>
        <a:ext cx="1653242" cy="1653242"/>
      </dsp:txXfrm>
    </dsp:sp>
    <dsp:sp modelId="{B3C6C946-1F1A-44F1-A391-461672408E80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Progress bar for tracking</a:t>
          </a:r>
        </a:p>
      </dsp:txBody>
      <dsp:txXfrm>
        <a:off x="2508766" y="2912245"/>
        <a:ext cx="1653242" cy="1653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42691E-7E56-EEEE-57CD-527B632E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9" y="312126"/>
            <a:ext cx="3954546" cy="45605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8DCAD8-1333-CB3B-3E8B-14F4526D15EE}"/>
              </a:ext>
            </a:extLst>
          </p:cNvPr>
          <p:cNvSpPr txBox="1"/>
          <p:nvPr/>
        </p:nvSpPr>
        <p:spPr>
          <a:xfrm>
            <a:off x="685800" y="718457"/>
            <a:ext cx="350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CybShield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8BEB0-1550-6FF9-056F-584406BF35C0}"/>
              </a:ext>
            </a:extLst>
          </p:cNvPr>
          <p:cNvSpPr txBox="1"/>
          <p:nvPr/>
        </p:nvSpPr>
        <p:spPr>
          <a:xfrm>
            <a:off x="1164771" y="5584371"/>
            <a:ext cx="4539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Created by the team PKMPY……</a:t>
            </a:r>
          </a:p>
        </p:txBody>
      </p:sp>
    </p:spTree>
    <p:extLst>
      <p:ext uri="{BB962C8B-B14F-4D97-AF65-F5344CB8AC3E}">
        <p14:creationId xmlns:p14="http://schemas.microsoft.com/office/powerpoint/2010/main" val="173631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1. Game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A6346B-5188-44E3-795F-51D28C10C9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75073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2. Learning 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3B6A2A-B94B-8CD9-C61D-D82988069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7722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3. Core Gameplay 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417800-A365-D7D0-37A5-9DCDA3832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91661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4. 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5C5FEE-0325-C14C-A36D-E824FA779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1108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3500"/>
              <a:t>5. UX &amp; Accessibility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48B0B2-B981-EFDA-F83A-F9894AD3CA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44780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Success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cyber safety awareness</a:t>
            </a:r>
          </a:p>
          <a:p>
            <a:r>
              <a:t>• Better quiz performance</a:t>
            </a:r>
          </a:p>
          <a:p>
            <a:r>
              <a:t>• High engagement and replay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Cybshield</a:t>
            </a:r>
            <a:r>
              <a:rPr dirty="0"/>
              <a:t> makes cybersecurity learning fun, interactive, and accessible for children.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188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ADLaM Display</vt:lpstr>
      <vt:lpstr>Arial</vt:lpstr>
      <vt:lpstr>Calibri</vt:lpstr>
      <vt:lpstr>Office Theme</vt:lpstr>
      <vt:lpstr>PowerPoint Presentation</vt:lpstr>
      <vt:lpstr>1. Game Overview</vt:lpstr>
      <vt:lpstr>2. Learning Objectives</vt:lpstr>
      <vt:lpstr>3. Core Gameplay Flow</vt:lpstr>
      <vt:lpstr>4. Key Features</vt:lpstr>
      <vt:lpstr>5. UX &amp; Accessibility</vt:lpstr>
      <vt:lpstr>6. Success Measures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Sunar</cp:lastModifiedBy>
  <cp:revision>2</cp:revision>
  <dcterms:created xsi:type="dcterms:W3CDTF">2013-01-27T09:14:16Z</dcterms:created>
  <dcterms:modified xsi:type="dcterms:W3CDTF">2026-05-14T12:38:22Z</dcterms:modified>
  <cp:category/>
</cp:coreProperties>
</file>