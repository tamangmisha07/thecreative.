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CYBSHIELD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Cyber Safety Quiz Game Presentation</a:t>
            </a:r>
          </a:p>
        </p:txBody>
      </p:sp>
      <p:pic>
        <p:nvPicPr>
          <p:cNvPr id="4" name="Picture 3" descr="a_clean_infographic_poster_style_game_concep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6858000" cy="79090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Game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Web-based quiz game for children aged 10–15 years.</a:t>
            </a:r>
          </a:p>
          <a:p>
            <a:pPr/>
            <a:r>
              <a:t>• Focused on cyber safety and 2FA awareness.</a:t>
            </a:r>
          </a:p>
          <a:p>
            <a:pPr/>
            <a:r>
              <a:t>• Helps players identify phishing and fake login attempts.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Understand how attackers bypass 2FA.</a:t>
            </a:r>
          </a:p>
          <a:p>
            <a:pPr/>
            <a:r>
              <a:t>• Detect phishing messages and fake login pages.</a:t>
            </a:r>
          </a:p>
          <a:p>
            <a:pPr/>
            <a:r>
              <a:t>• Build safe online habits and awareness.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Core Gameplay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Read a cybersecurity challenge</a:t>
            </a:r>
          </a:p>
          <a:p>
            <a:pPr/>
            <a:r>
              <a:t>2. Choose the safest answer</a:t>
            </a:r>
          </a:p>
          <a:p>
            <a:pPr/>
            <a:r>
              <a:t>3. Receive instant feedback</a:t>
            </a:r>
          </a:p>
          <a:p>
            <a:pPr/>
            <a:r>
              <a:t>4. Earn rewards, stars, and badges</a:t>
            </a:r>
          </a:p>
          <a:p>
            <a:pPr/>
            <a:r>
              <a:t>5. Replay to improve score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Bright and engaging interface</a:t>
            </a:r>
          </a:p>
          <a:p>
            <a:pPr/>
            <a:r>
              <a:t>• Large and simple buttons</a:t>
            </a:r>
          </a:p>
          <a:p>
            <a:pPr/>
            <a:r>
              <a:t>• Short and direct instructions</a:t>
            </a:r>
          </a:p>
          <a:p>
            <a:pPr/>
            <a:r>
              <a:t>• Reward system and replayability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UX &amp;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Big and bright colors</a:t>
            </a:r>
          </a:p>
          <a:p>
            <a:pPr/>
            <a:r>
              <a:t>• Simple navigation</a:t>
            </a:r>
          </a:p>
          <a:p>
            <a:pPr/>
            <a:r>
              <a:t>• Readable fonts and minimal text</a:t>
            </a:r>
          </a:p>
          <a:p>
            <a:pPr/>
            <a:r>
              <a:t>• Progress bar for tracking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Success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Improved cyber safety awareness</a:t>
            </a:r>
          </a:p>
          <a:p>
            <a:pPr/>
            <a:r>
              <a:t>• Better quiz performance</a:t>
            </a:r>
          </a:p>
          <a:p>
            <a:pPr/>
            <a:r>
              <a:t>• High engagement and replay rates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Cybshield makes cybersecurity learning fun, interactive, and accessible for children.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